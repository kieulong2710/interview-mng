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340" r:id="rId6"/>
    <p:sldId id="343" r:id="rId7"/>
    <p:sldId id="344" r:id="rId8"/>
    <p:sldId id="345" r:id="rId9"/>
    <p:sldId id="453" r:id="rId10"/>
    <p:sldId id="347" r:id="rId11"/>
    <p:sldId id="348" r:id="rId12"/>
    <p:sldId id="259" r:id="rId13"/>
    <p:sldId id="454" r:id="rId14"/>
    <p:sldId id="455" r:id="rId15"/>
    <p:sldId id="350" r:id="rId16"/>
    <p:sldId id="456" r:id="rId17"/>
    <p:sldId id="457" r:id="rId18"/>
    <p:sldId id="358" r:id="rId19"/>
    <p:sldId id="351" r:id="rId20"/>
    <p:sldId id="352" r:id="rId21"/>
    <p:sldId id="349" r:id="rId22"/>
    <p:sldId id="258" r:id="rId23"/>
    <p:sldId id="458" r:id="rId24"/>
    <p:sldId id="459" r:id="rId25"/>
    <p:sldId id="460" r:id="rId26"/>
    <p:sldId id="461" r:id="rId27"/>
    <p:sldId id="462" r:id="rId28"/>
    <p:sldId id="463" r:id="rId29"/>
    <p:sldId id="465" r:id="rId30"/>
    <p:sldId id="464" r:id="rId31"/>
    <p:sldId id="466" r:id="rId32"/>
    <p:sldId id="467" r:id="rId33"/>
    <p:sldId id="468" r:id="rId34"/>
    <p:sldId id="469" r:id="rId35"/>
    <p:sldId id="470" r:id="rId36"/>
    <p:sldId id="471" r:id="rId37"/>
    <p:sldId id="472" r:id="rId38"/>
    <p:sldId id="473" r:id="rId39"/>
    <p:sldId id="475" r:id="rId40"/>
    <p:sldId id="360" r:id="rId41"/>
    <p:sldId id="361" r:id="rId42"/>
    <p:sldId id="362" r:id="rId43"/>
    <p:sldId id="363" r:id="rId44"/>
    <p:sldId id="364" r:id="rId45"/>
  </p:sldIdLst>
  <p:sldSz cx="9144000" cy="5143500"/>
  <p:notesSz cx="6858000" cy="9144000"/>
  <p:embeddedFontLst>
    <p:embeddedFont>
      <p:font typeface="Kulim Park"/>
      <p:regular r:id="rId50"/>
    </p:embeddedFont>
    <p:embeddedFont>
      <p:font typeface="Manrope"/>
      <p:regular r:id="rId51"/>
    </p:embeddedFont>
    <p:embeddedFont>
      <p:font typeface="Kulim Park SemiBold"/>
      <p:bold r:id="rId52"/>
      <p:boldItalic r:id="rId53"/>
    </p:embeddedFont>
    <p:embeddedFont>
      <p:font typeface="PT Sans" panose="020B0503020203020204"/>
      <p:regular r:id="rId54"/>
    </p:embeddedFont>
    <p:embeddedFont>
      <p:font typeface="Segoe UI Black" panose="020B0A02040204020203" charset="0"/>
      <p:bold r:id="rId55"/>
    </p:embeddedFont>
    <p:embeddedFont>
      <p:font typeface="Calibri" panose="020F0502020204030204"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US"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font" Target="fonts/font10.fntdata"/><Relationship Id="rId58" Type="http://schemas.openxmlformats.org/officeDocument/2006/relationships/font" Target="fonts/font9.fntdata"/><Relationship Id="rId57" Type="http://schemas.openxmlformats.org/officeDocument/2006/relationships/font" Target="fonts/font8.fntdata"/><Relationship Id="rId56" Type="http://schemas.openxmlformats.org/officeDocument/2006/relationships/font" Target="fonts/font7.fntdata"/><Relationship Id="rId55" Type="http://schemas.openxmlformats.org/officeDocument/2006/relationships/font" Target="fonts/font6.fntdata"/><Relationship Id="rId54" Type="http://schemas.openxmlformats.org/officeDocument/2006/relationships/font" Target="fonts/font5.fntdata"/><Relationship Id="rId53" Type="http://schemas.openxmlformats.org/officeDocument/2006/relationships/font" Target="fonts/font4.fntdata"/><Relationship Id="rId52" Type="http://schemas.openxmlformats.org/officeDocument/2006/relationships/font" Target="fonts/font3.fntdata"/><Relationship Id="rId51" Type="http://schemas.openxmlformats.org/officeDocument/2006/relationships/font" Target="fonts/font2.fntdata"/><Relationship Id="rId50" Type="http://schemas.openxmlformats.org/officeDocument/2006/relationships/font" Target="fonts/font1.fntdata"/><Relationship Id="rId5" Type="http://schemas.openxmlformats.org/officeDocument/2006/relationships/slide" Target="slides/slide2.xml"/><Relationship Id="rId49" Type="http://schemas.openxmlformats.org/officeDocument/2006/relationships/commentAuthors" Target="commentAuthors.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8" name="Shape 548"/>
        <p:cNvGrpSpPr/>
        <p:nvPr/>
      </p:nvGrpSpPr>
      <p:grpSpPr>
        <a:xfrm>
          <a:off x="0" y="0"/>
          <a:ext cx="0" cy="0"/>
          <a:chOff x="0" y="0"/>
          <a:chExt cx="0" cy="0"/>
        </a:xfrm>
      </p:grpSpPr>
      <p:sp>
        <p:nvSpPr>
          <p:cNvPr id="549" name="Google Shape;549;g4dfce81f19_0_4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4dfce81f19_0_4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4" name="Shape 554"/>
        <p:cNvGrpSpPr/>
        <p:nvPr/>
      </p:nvGrpSpPr>
      <p:grpSpPr>
        <a:xfrm>
          <a:off x="0" y="0"/>
          <a:ext cx="0" cy="0"/>
          <a:chOff x="0" y="0"/>
          <a:chExt cx="0" cy="0"/>
        </a:xfrm>
      </p:grpSpPr>
      <p:sp>
        <p:nvSpPr>
          <p:cNvPr id="555" name="Google Shape;555;gd431007ba2_0_20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d431007ba2_0_20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8" name="Shape 748"/>
        <p:cNvGrpSpPr/>
        <p:nvPr/>
      </p:nvGrpSpPr>
      <p:grpSpPr>
        <a:xfrm>
          <a:off x="0" y="0"/>
          <a:ext cx="0" cy="0"/>
          <a:chOff x="0" y="0"/>
          <a:chExt cx="0" cy="0"/>
        </a:xfrm>
      </p:grpSpPr>
      <p:sp>
        <p:nvSpPr>
          <p:cNvPr id="749" name="Google Shape;749;gead6129809_0_36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ead6129809_0_36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9" name="Shape 659"/>
        <p:cNvGrpSpPr/>
        <p:nvPr/>
      </p:nvGrpSpPr>
      <p:grpSpPr>
        <a:xfrm>
          <a:off x="0" y="0"/>
          <a:ext cx="0" cy="0"/>
          <a:chOff x="0" y="0"/>
          <a:chExt cx="0" cy="0"/>
        </a:xfrm>
      </p:grpSpPr>
      <p:sp>
        <p:nvSpPr>
          <p:cNvPr id="660" name="Google Shape;660;gead6129809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8" name="Shape 728"/>
        <p:cNvGrpSpPr/>
        <p:nvPr/>
      </p:nvGrpSpPr>
      <p:grpSpPr>
        <a:xfrm>
          <a:off x="0" y="0"/>
          <a:ext cx="0" cy="0"/>
          <a:chOff x="0" y="0"/>
          <a:chExt cx="0" cy="0"/>
        </a:xfrm>
      </p:grpSpPr>
      <p:sp>
        <p:nvSpPr>
          <p:cNvPr id="729" name="Google Shape;729;g54dda1946d_6_3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0" name="Google Shape;730;g54dda1946d_6_3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4" name="Shape 694"/>
        <p:cNvGrpSpPr/>
        <p:nvPr/>
      </p:nvGrpSpPr>
      <p:grpSpPr>
        <a:xfrm>
          <a:off x="0" y="0"/>
          <a:ext cx="0" cy="0"/>
          <a:chOff x="0" y="0"/>
          <a:chExt cx="0" cy="0"/>
        </a:xfrm>
      </p:grpSpPr>
      <p:sp>
        <p:nvSpPr>
          <p:cNvPr id="695" name="Google Shape;695;g124dc3920de_0_15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124dc3920de_0_152:notes"/>
          <p:cNvSpPr txBox="1"/>
          <p:nvPr>
            <p:ph type="body" idx="1"/>
          </p:nvPr>
        </p:nvSpPr>
        <p:spPr>
          <a:xfrm>
            <a:off x="3810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rPr lang="en-US"/>
              <a:t>Chuyển đổi số đã và đang trở thành một xu hướng toàn cầu. Nhận thức về chuyển đổi số đã được coi trọng và tập trung đẩy mạnh ở các cấp bậc khác nhau. Từ lãnh đạo bộ máy chính quyền của các quốc gia cho đến các chủ doanh nghiệp tập đoàn. Nhất là khi thế giới vừa trải qua đại dịch Covid thì chuyển đổi số</a:t>
            </a:r>
            <a:r>
              <a:rPr lang="en-US">
                <a:sym typeface="+mn-ea"/>
              </a:rPr>
              <a:t> là điều bắt buộc phải làm để thích ứng với thời đại số 4.0.</a:t>
            </a:r>
            <a:endParaRPr lang="en-US">
              <a:sym typeface="+mn-ea"/>
            </a:endParaRPr>
          </a:p>
          <a:p>
            <a:pPr marL="228600" lvl="0" indent="-228600" algn="l" rtl="0">
              <a:spcBef>
                <a:spcPts val="0"/>
              </a:spcBef>
              <a:spcAft>
                <a:spcPts val="0"/>
              </a:spcAft>
              <a:buAutoNum type="arabicPeriod"/>
            </a:pPr>
            <a:r>
              <a:rPr lang="en-US">
                <a:sym typeface="+mn-ea"/>
              </a:rPr>
              <a:t>Và Việt Nam cũng không phải ngoại lệ. </a:t>
            </a:r>
            <a:r>
              <a:rPr lang="en-US">
                <a:sym typeface="+mn-ea"/>
              </a:rPr>
              <a:t>Ở Việt Nam, chuyển đổi số không chỉ diễn ra ở mức độ doanh nghiệp mà còn được chính phủ đẩy mạnh thông qua các chính sách và chiến lược quốc gia. Việc áp dụng công nghệ thông tin đã tạo ra cơ hội mới cho các doanh nghiệp để nâng cao năng suất lao động, tối ưu hóa quy trình sản xuất và cung cấp dịch vụ.</a:t>
            </a:r>
            <a:endParaRPr lang="en-US">
              <a:sym typeface="+mn-ea"/>
            </a:endParaRPr>
          </a:p>
          <a:p>
            <a:pPr marL="228600" lvl="0" indent="-228600" algn="l" rtl="0">
              <a:spcBef>
                <a:spcPts val="0"/>
              </a:spcBef>
              <a:spcAft>
                <a:spcPts val="0"/>
              </a:spcAft>
              <a:buAutoNum type="arabicPeriod"/>
            </a:pPr>
            <a:r>
              <a:rPr lang="en-US">
                <a:sym typeface="+mn-ea"/>
              </a:rPr>
              <a:t>Đyâ là ảnh về ...</a:t>
            </a:r>
            <a:endParaRPr lang="en-US">
              <a:sym typeface="+mn-ea"/>
            </a:endParaRPr>
          </a:p>
          <a:p>
            <a:pPr marL="228600" lvl="0" indent="-228600" algn="l" rtl="0">
              <a:spcBef>
                <a:spcPts val="0"/>
              </a:spcBef>
              <a:spcAft>
                <a:spcPts val="0"/>
              </a:spcAft>
              <a:buAutoNum type="arabicPeriod"/>
            </a:pPr>
            <a:r>
              <a:rPr lang="en-US">
                <a:sym typeface="+mn-ea"/>
              </a:rPr>
              <a:t>Nhìn chung các khía cạnh của doanh nghiệp đang ở mức tương đối tốt</a:t>
            </a:r>
            <a:endParaRPr lang="en-US">
              <a:sym typeface="+mn-ea"/>
            </a:endParaRPr>
          </a:p>
          <a:p>
            <a:pPr marL="228600" lvl="0" indent="-228600" algn="l" rtl="0">
              <a:spcBef>
                <a:spcPts val="0"/>
              </a:spcBef>
              <a:spcAft>
                <a:spcPts val="0"/>
              </a:spcAft>
              <a:buAutoNum type="arabicPeriod"/>
            </a:pPr>
            <a:r>
              <a:rPr lang="en-US">
                <a:sym typeface="+mn-ea"/>
              </a:rPr>
              <a:t>Nhưng về khía cạnh Quản lý rủi ro &amp; an ninh mạng thực sự là mối lo ngại lớn của các doanh nghiệp trong tiến trình chuyển đổi số. Doanh nghiệp chưa thực sự hiểu rõ các rủi ro khi thực hiện chuyển đổi số nên việc thiếu quy trình kiểm tra, rà soát lỗ hổng trong hệ thống chuyển đổi số, cũng như đánh giá rủi ro là hạn chế phổ biến của các doanh nghiệp Việt Nam.</a:t>
            </a:r>
            <a:endParaRPr lang="en-US">
              <a:sym typeface="+mn-ea"/>
            </a:endParaRPr>
          </a:p>
          <a:p>
            <a:pPr marL="228600" lvl="0" indent="-228600" algn="l" rtl="0">
              <a:spcBef>
                <a:spcPts val="0"/>
              </a:spcBef>
              <a:spcAft>
                <a:spcPts val="0"/>
              </a:spcAft>
              <a:buAutoNum type="arabicPeriod"/>
            </a:pPr>
            <a:r>
              <a:rPr lang="en-US">
                <a:sym typeface="+mn-ea"/>
              </a:rPr>
              <a:t> báo cáo cho thấy hầu hết các ngành nghề được khảo sát đã và đang phát triển được các mục tiêu số hóa trong hoạch định chiến lược và thiết lập được các vị trí quản lý cần thiết hay các dự án chuyển đổi số riêng biệt. </a:t>
            </a:r>
            <a:endParaRPr lang="en-US">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53" name="Shape 853"/>
        <p:cNvGrpSpPr/>
        <p:nvPr/>
      </p:nvGrpSpPr>
      <p:grpSpPr>
        <a:xfrm>
          <a:off x="0" y="0"/>
          <a:ext cx="0" cy="0"/>
          <a:chOff x="0" y="0"/>
          <a:chExt cx="0" cy="0"/>
        </a:xfrm>
      </p:grpSpPr>
      <p:sp>
        <p:nvSpPr>
          <p:cNvPr id="854" name="Google Shape;854;g124dc3920de_0_2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124dc3920de_0_2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9" name="Shape 659"/>
        <p:cNvGrpSpPr/>
        <p:nvPr/>
      </p:nvGrpSpPr>
      <p:grpSpPr>
        <a:xfrm>
          <a:off x="0" y="0"/>
          <a:ext cx="0" cy="0"/>
          <a:chOff x="0" y="0"/>
          <a:chExt cx="0" cy="0"/>
        </a:xfrm>
      </p:grpSpPr>
      <p:sp>
        <p:nvSpPr>
          <p:cNvPr id="660" name="Google Shape;660;gead6129809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3" name="Shape 673"/>
        <p:cNvGrpSpPr/>
        <p:nvPr/>
      </p:nvGrpSpPr>
      <p:grpSpPr>
        <a:xfrm>
          <a:off x="0" y="0"/>
          <a:ext cx="0" cy="0"/>
          <a:chOff x="0" y="0"/>
          <a:chExt cx="0" cy="0"/>
        </a:xfrm>
      </p:grpSpPr>
      <p:sp>
        <p:nvSpPr>
          <p:cNvPr id="674" name="Google Shape;674;gead6129809_0_9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5" name="Google Shape;675;gead6129809_0_9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0" name="Shape 580"/>
        <p:cNvGrpSpPr/>
        <p:nvPr/>
      </p:nvGrpSpPr>
      <p:grpSpPr>
        <a:xfrm>
          <a:off x="0" y="0"/>
          <a:ext cx="0" cy="0"/>
          <a:chOff x="0" y="0"/>
          <a:chExt cx="0" cy="0"/>
        </a:xfrm>
      </p:grpSpPr>
      <p:sp>
        <p:nvSpPr>
          <p:cNvPr id="581" name="Google Shape;581;g124dc3920de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124dc3920de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t>HTML</a:t>
            </a:r>
            <a:endParaRPr lang="en-US" b="1"/>
          </a:p>
          <a:p>
            <a:pPr marL="0" lvl="0" indent="0" algn="l" rtl="0">
              <a:spcBef>
                <a:spcPts val="0"/>
              </a:spcBef>
              <a:spcAft>
                <a:spcPts val="0"/>
              </a:spcAft>
              <a:buNone/>
            </a:pPr>
            <a:r>
              <a:t>Ư</a:t>
            </a:r>
            <a:r>
              <a:rPr lang="en-US"/>
              <a:t>u</a:t>
            </a:r>
            <a:endParaRPr lang="en-US"/>
          </a:p>
          <a:p>
            <a:pPr marL="228600" lvl="0" indent="-228600" algn="l" rtl="0">
              <a:spcBef>
                <a:spcPts val="0"/>
              </a:spcBef>
              <a:spcAft>
                <a:spcPts val="0"/>
              </a:spcAft>
            </a:pPr>
            <a:r>
              <a:rPr b="1"/>
              <a:t>Dễ học và sử dụng</a:t>
            </a:r>
            <a:r>
              <a:t>: HTML là một ngôn ngữ đơn giản và dễ hiểu, nên việc học và sử dụng nó không đòi hỏi nhiều kiến thức kỹ thuật phức tạp.</a:t>
            </a:r>
          </a:p>
          <a:p>
            <a:pPr marL="228600" lvl="0" indent="-228600" algn="l" rtl="0">
              <a:spcBef>
                <a:spcPts val="0"/>
              </a:spcBef>
              <a:spcAft>
                <a:spcPts val="0"/>
              </a:spcAft>
            </a:pPr>
            <a:r>
              <a:rPr b="1"/>
              <a:t>Tích hợp linh hoạt</a:t>
            </a:r>
            <a:r>
              <a:t>: HTML có thể kết hợp với các ngôn ngữ lập trình khác</a:t>
            </a:r>
            <a:r>
              <a:rPr lang="en-US"/>
              <a:t> </a:t>
            </a:r>
            <a:r>
              <a:t>để tạo ra giao diện trực quan</a:t>
            </a:r>
            <a:r>
              <a:rPr lang="en-US"/>
              <a:t> và</a:t>
            </a:r>
            <a:r>
              <a:t>thêm các tính năng tương tác vào trang web.</a:t>
            </a:r>
          </a:p>
          <a:p>
            <a:pPr marL="228600" lvl="0" indent="-228600" algn="l" rtl="0">
              <a:spcBef>
                <a:spcPts val="0"/>
              </a:spcBef>
              <a:spcAft>
                <a:spcPts val="0"/>
              </a:spcAft>
            </a:pPr>
            <a:r>
              <a:rPr b="1"/>
              <a:t>Khả năng tương thích</a:t>
            </a:r>
            <a:r>
              <a:t>: HTML được hỗ trợ trên hầu hết các trình duyệt web phổ biến</a:t>
            </a:r>
            <a:r>
              <a:rPr lang="en-US"/>
              <a:t> </a:t>
            </a:r>
            <a:r>
              <a:t>đảm bảo rằng trang web có thể hiển thị đúng trên nhiều nền tảng.</a:t>
            </a:r>
          </a:p>
          <a:p>
            <a:pPr marL="228600" lvl="0" indent="-228600" algn="l" rtl="0">
              <a:spcBef>
                <a:spcPts val="0"/>
              </a:spcBef>
              <a:spcAft>
                <a:spcPts val="0"/>
              </a:spcAft>
            </a:pPr>
            <a:r>
              <a:rPr b="1"/>
              <a:t>Dễ dàng bảo trì và mở rộng</a:t>
            </a:r>
            <a:r>
              <a:t>: Cấu trúc đơn giản của HTML làm cho việc bảo trì và mở rộng trang web trở nên dễ dàng hơn</a:t>
            </a:r>
            <a:r>
              <a:rPr lang="en-US"/>
              <a:t> trong các dự án nhỏ</a:t>
            </a:r>
            <a:r>
              <a:t>. </a:t>
            </a:r>
          </a:p>
          <a:p>
            <a:pPr marL="0" lvl="0" indent="0" algn="l" rtl="0">
              <a:spcBef>
                <a:spcPts val="0"/>
              </a:spcBef>
              <a:spcAft>
                <a:spcPts val="0"/>
              </a:spcAft>
              <a:buNone/>
            </a:pPr>
            <a:r>
              <a:rPr lang="en-US"/>
              <a:t>Nhược điểm</a:t>
            </a:r>
            <a:endParaRPr lang="en-US"/>
          </a:p>
          <a:p>
            <a:pPr marL="171450" lvl="0" indent="-171450" algn="l" rtl="0">
              <a:spcBef>
                <a:spcPts val="0"/>
              </a:spcBef>
              <a:spcAft>
                <a:spcPts val="0"/>
              </a:spcAft>
            </a:pPr>
            <a:r>
              <a:rPr lang="en-US" b="1"/>
              <a:t>Thiếu tính tương tác</a:t>
            </a:r>
            <a:r>
              <a:rPr lang="en-US"/>
              <a:t>: HTML chỉ là ngôn ngữ đánh dấu tĩnh, không có khả năng tương tác trực tiếp với người dùng. </a:t>
            </a:r>
            <a:endParaRPr lang="en-US"/>
          </a:p>
          <a:p>
            <a:pPr marL="171450" lvl="0" indent="-171450" algn="l" rtl="0">
              <a:spcBef>
                <a:spcPts val="0"/>
              </a:spcBef>
              <a:spcAft>
                <a:spcPts val="0"/>
              </a:spcAft>
            </a:pPr>
            <a:r>
              <a:rPr lang="en-US" b="1"/>
              <a:t>Phiên bản không tương thích</a:t>
            </a:r>
            <a:r>
              <a:rPr lang="en-US"/>
              <a:t>: Mặc dù HTML5 là phiên bản mới nhất và được sử dụng rộng rãi, nhưng vẫn có một số trình duyệt cũ không hỗ trợ hoặc hỗ trợ không đầy đủ các tính năng của HTML5</a:t>
            </a:r>
            <a:endParaRPr lang="en-US"/>
          </a:p>
          <a:p>
            <a:pPr marL="171450" lvl="0" indent="-171450" algn="l" rtl="0">
              <a:spcBef>
                <a:spcPts val="0"/>
              </a:spcBef>
              <a:spcAft>
                <a:spcPts val="0"/>
              </a:spcAft>
            </a:pPr>
            <a:r>
              <a:rPr lang="en-US" b="1"/>
              <a:t>Độ phức tạp của mã nguồn:</a:t>
            </a:r>
            <a:r>
              <a:rPr lang="en-US"/>
              <a:t> Trong các trang web phức tạp, mã HTML có thể trở nên rối rắm và khó hiểu. Điều này có thể làm cho việc bảo trì và mở rộng trang web trở nên phức tạp hơn.</a:t>
            </a:r>
            <a:endParaRPr lang="en-US"/>
          </a:p>
          <a:p>
            <a:pPr marL="171450" lvl="0" indent="-171450" algn="l" rtl="0">
              <a:spcBef>
                <a:spcPts val="0"/>
              </a:spcBef>
              <a:spcAft>
                <a:spcPts val="0"/>
              </a:spcAft>
            </a:pPr>
            <a:r>
              <a:rPr lang="en-US" b="1"/>
              <a:t>Bảo mật yếu</a:t>
            </a:r>
            <a:r>
              <a:rPr lang="en-US"/>
              <a:t>: HTML không cung cấp các cơ chế bảo mật mạnh mẽ mà các ngôn ngữ lập trình phía server như PHP hoặc Java có. Do đó, việc xử lý dữ liệu người dùng và đảm bảo an toàn thông tin trở nên khó khăn hơn.</a:t>
            </a:r>
            <a:endParaRPr lang="en-US"/>
          </a:p>
          <a:p>
            <a:pPr marL="0" lvl="0" indent="0" algn="l" rtl="0">
              <a:spcBef>
                <a:spcPts val="0"/>
              </a:spcBef>
              <a:spcAft>
                <a:spcPts val="0"/>
              </a:spcAft>
              <a:buNone/>
            </a:pPr>
            <a:r>
              <a:rPr lang="en-US" b="1"/>
              <a:t>CSS </a:t>
            </a:r>
            <a:endParaRPr lang="en-US" b="1"/>
          </a:p>
          <a:p>
            <a:pPr marL="0" lvl="0" indent="0" algn="l" rtl="0">
              <a:spcBef>
                <a:spcPts val="0"/>
              </a:spcBef>
              <a:spcAft>
                <a:spcPts val="0"/>
              </a:spcAft>
              <a:buNone/>
            </a:pPr>
            <a:r>
              <a:rPr lang="en-US"/>
              <a:t>Ưu:</a:t>
            </a:r>
            <a:endParaRPr lang="en-US"/>
          </a:p>
          <a:p>
            <a:pPr marL="171450" lvl="0" indent="-171450" algn="l" rtl="0">
              <a:spcBef>
                <a:spcPts val="0"/>
              </a:spcBef>
              <a:spcAft>
                <a:spcPts val="0"/>
              </a:spcAft>
            </a:pPr>
            <a:r>
              <a:rPr lang="en-US" b="1"/>
              <a:t>Tách biệt nội dung và kiểu dáng</a:t>
            </a:r>
            <a:r>
              <a:rPr lang="en-US"/>
              <a:t>: CSS cho phép tách biệt hoàn toàn nội dung HTML và kiểu dáng của trang web, giúp dễ dàng bảo trì và cập nhật giao diện mà không làm ảnh hưởng đến nội dung.</a:t>
            </a:r>
            <a:endParaRPr lang="en-US"/>
          </a:p>
          <a:p>
            <a:pPr marL="171450" lvl="0" indent="-171450" algn="l" rtl="0">
              <a:spcBef>
                <a:spcPts val="0"/>
              </a:spcBef>
              <a:spcAft>
                <a:spcPts val="0"/>
              </a:spcAft>
            </a:pPr>
            <a:r>
              <a:rPr lang="en-US" b="1"/>
              <a:t>Kiểm soát giao diện linh hoạt</a:t>
            </a:r>
            <a:r>
              <a:rPr lang="en-US"/>
              <a:t>: CSS cung cấp các phương thức linh hoạt để kiểm soát giao diện của trang web, bao gồm định dạng văn bản, màu sắc, khoảng cách, kích thước và bố cục.</a:t>
            </a:r>
            <a:endParaRPr lang="en-US"/>
          </a:p>
          <a:p>
            <a:pPr marL="171450" lvl="0" indent="-171450" algn="l" rtl="0">
              <a:spcBef>
                <a:spcPts val="0"/>
              </a:spcBef>
              <a:spcAft>
                <a:spcPts val="0"/>
              </a:spcAft>
            </a:pPr>
            <a:r>
              <a:rPr lang="en-US" b="1"/>
              <a:t>Tính tái sử dụng cao</a:t>
            </a:r>
            <a:r>
              <a:rPr lang="en-US"/>
              <a:t>: CSS cho phép bạn tái sử dụng trên nhiều trang web hoặc phần tử trên cùng một trang web..</a:t>
            </a:r>
            <a:endParaRPr lang="en-US"/>
          </a:p>
          <a:p>
            <a:pPr marL="171450" lvl="0" indent="-171450" algn="l" rtl="0">
              <a:spcBef>
                <a:spcPts val="0"/>
              </a:spcBef>
              <a:spcAft>
                <a:spcPts val="0"/>
              </a:spcAft>
            </a:pPr>
            <a:r>
              <a:rPr lang="en-US" b="1"/>
              <a:t>Tính độc lập và dễ dàng kế thừa:</a:t>
            </a:r>
            <a:r>
              <a:rPr lang="en-US"/>
              <a:t> CSS sử dụng cơ chế kế thừa cho phép các thuộc tính được áp dụng từ phần tử cha đến các phần tử con. Điều này giúp giảm lặp lại mã và làm cho mã CSS trở nên dễ dàng quản lý hơn.</a:t>
            </a:r>
            <a:endParaRPr lang="en-US"/>
          </a:p>
          <a:p>
            <a:pPr marL="171450" lvl="0" indent="-171450" algn="l" rtl="0">
              <a:spcBef>
                <a:spcPts val="0"/>
              </a:spcBef>
              <a:spcAft>
                <a:spcPts val="0"/>
              </a:spcAft>
            </a:pPr>
            <a:r>
              <a:rPr lang="en-US" b="1"/>
              <a:t>Tính tương thích và linh hoạt</a:t>
            </a:r>
            <a:r>
              <a:rPr lang="en-US"/>
              <a:t>: CSS hoạt động trên mọi loại trình duyệt web và thiết bị, từ máy tính để bàn đến thiết bị di động. Điều này đảm bảo rằng giao diện của trang web sẽ hiển thị đúng trên mọi nền tảng và kích thước màn hình.</a:t>
            </a:r>
            <a:endParaRPr lang="en-US"/>
          </a:p>
          <a:p>
            <a:pPr marL="171450" lvl="0" indent="-171450" algn="l" rtl="0">
              <a:spcBef>
                <a:spcPts val="0"/>
              </a:spcBef>
              <a:spcAft>
                <a:spcPts val="0"/>
              </a:spcAft>
            </a:pPr>
            <a:r>
              <a:rPr lang="en-US" b="1"/>
              <a:t>Hiệu suất tải trang nhanh hơn</a:t>
            </a:r>
            <a:r>
              <a:rPr lang="en-US"/>
              <a:t>: Bằng cách tách biệt nội dung và kiểu dáng, CSS giúp giảm dung lượng của trang web và tăng tốc độ tải trang, cải thiện trải nghiệm người dùng.</a:t>
            </a:r>
            <a:endParaRPr lang="en-US"/>
          </a:p>
          <a:p>
            <a:pPr marL="0" lvl="0" indent="0" algn="l" rtl="0">
              <a:spcBef>
                <a:spcPts val="0"/>
              </a:spcBef>
              <a:spcAft>
                <a:spcPts val="0"/>
              </a:spcAft>
              <a:buNone/>
            </a:pPr>
            <a:r>
              <a:rPr lang="en-US"/>
              <a:t>Nhược</a:t>
            </a:r>
            <a:endParaRPr lang="en-US"/>
          </a:p>
          <a:p>
            <a:pPr marL="171450" lvl="0" indent="-171450" algn="l" rtl="0">
              <a:spcBef>
                <a:spcPts val="0"/>
              </a:spcBef>
              <a:spcAft>
                <a:spcPts val="0"/>
              </a:spcAft>
            </a:pPr>
            <a:r>
              <a:rPr lang="en-US" b="1"/>
              <a:t>Khả năng xử lý phức tạp</a:t>
            </a:r>
            <a:r>
              <a:rPr lang="en-US"/>
              <a:t>: việc quản lý các kiểu dáng phức tạp và đa dạng có thể trở nên khó khăn và phức tạp trong các dự án lớn</a:t>
            </a:r>
            <a:endParaRPr lang="en-US"/>
          </a:p>
          <a:p>
            <a:pPr marL="171450" lvl="0" indent="-171450" algn="l" rtl="0">
              <a:spcBef>
                <a:spcPts val="0"/>
              </a:spcBef>
              <a:spcAft>
                <a:spcPts val="0"/>
              </a:spcAft>
            </a:pPr>
            <a:r>
              <a:rPr lang="en-US" b="1"/>
              <a:t>Tiêu tốn thời gian và công sức trong việc kiểm soát trình duyệt:</a:t>
            </a:r>
            <a:r>
              <a:rPr lang="en-US"/>
              <a:t> Một số thuộc tính CSS có thể hoạt động khác nhau trên các trình duyệt khác nhau, đặc biệt là các trình duyệt cũ hoặc không tuân thủ các tiêu chuẩn web hiện đại.</a:t>
            </a:r>
            <a:endParaRPr lang="en-US"/>
          </a:p>
          <a:p>
            <a:pPr marL="171450" lvl="0" indent="-171450" algn="l" rtl="0">
              <a:spcBef>
                <a:spcPts val="0"/>
              </a:spcBef>
              <a:spcAft>
                <a:spcPts val="0"/>
              </a:spcAft>
            </a:pPr>
            <a:r>
              <a:rPr lang="en-US" b="1"/>
              <a:t>Khó khăn trong việc tùy chỉnh các phần tử nội dung động</a:t>
            </a:r>
            <a:r>
              <a:rPr lang="en-US"/>
              <a:t>: CSS thường gặp khó khăn khi áp dụng kiểu dáng cho các phần tử HTML được tạo ra hoặc thay đổi động bởi mã JavaScript hoặc các khung công việc front-end như React hoặc Angular.</a:t>
            </a:r>
            <a:endParaRPr lang="en-US"/>
          </a:p>
          <a:p>
            <a:pPr marL="171450" lvl="0" indent="-171450" algn="l" rtl="0">
              <a:spcBef>
                <a:spcPts val="0"/>
              </a:spcBef>
              <a:spcAft>
                <a:spcPts val="0"/>
              </a:spcAft>
            </a:pPr>
            <a:r>
              <a:rPr lang="en-US" b="1"/>
              <a:t>Khó khăn trong việc xử lý đa màn hình và đa thiết bị</a:t>
            </a:r>
            <a:r>
              <a:rPr lang="en-US"/>
              <a:t>: Việc quản lý kiểu dáng để phù hợp với các kích thước màn hình và thiết bị khác nhau có thể là một thách thức, đặc biệt là trong thời đại của thiết bị di động và các loại màn hình khác nhau.</a:t>
            </a:r>
            <a:endParaRPr lang="en-US"/>
          </a:p>
          <a:p>
            <a:pPr marL="171450" lvl="0" indent="-171450" algn="l" rtl="0">
              <a:spcBef>
                <a:spcPts val="0"/>
              </a:spcBef>
              <a:spcAft>
                <a:spcPts val="0"/>
              </a:spcAft>
            </a:pPr>
            <a:r>
              <a:rPr lang="en-US" b="1"/>
              <a:t>Hiệu suất và tối ưu hóa</a:t>
            </a:r>
            <a:r>
              <a:rPr lang="en-US"/>
              <a:t>: CSS có thể ảnh hưởng đến hiệu suất tải trang nếu được sử dụng không hiệu quả. Việc tải nhiều tệp CSS hoặc sử dụng các kiểu dáng phức tạp có thể làm chậm quá trình tải trang web, đặc biệt là trên các kết nối internet chậm hoặc thiết bị di động</a:t>
            </a:r>
            <a:endParaRPr lang="en-US"/>
          </a:p>
          <a:p>
            <a:pPr marL="0" lvl="0" indent="0" algn="l" rtl="0">
              <a:spcBef>
                <a:spcPts val="0"/>
              </a:spcBef>
              <a:spcAft>
                <a:spcPts val="0"/>
              </a:spcAft>
              <a:buNone/>
            </a:pP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0" name="Shape 580"/>
        <p:cNvGrpSpPr/>
        <p:nvPr/>
      </p:nvGrpSpPr>
      <p:grpSpPr>
        <a:xfrm>
          <a:off x="0" y="0"/>
          <a:ext cx="0" cy="0"/>
          <a:chOff x="0" y="0"/>
          <a:chExt cx="0" cy="0"/>
        </a:xfrm>
      </p:grpSpPr>
      <p:sp>
        <p:nvSpPr>
          <p:cNvPr id="581" name="Google Shape;581;g124dc3920de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124dc3920de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t>Javascript</a:t>
            </a:r>
            <a:endParaRPr lang="en-US" b="1"/>
          </a:p>
          <a:p>
            <a:pPr marL="0" lvl="0" indent="0" algn="l" rtl="0">
              <a:spcBef>
                <a:spcPts val="0"/>
              </a:spcBef>
              <a:spcAft>
                <a:spcPts val="0"/>
              </a:spcAft>
              <a:buNone/>
            </a:pPr>
            <a:r>
              <a:rPr lang="en-US"/>
              <a:t>Ưu</a:t>
            </a:r>
            <a:endParaRPr lang="en-US"/>
          </a:p>
          <a:p>
            <a:pPr marL="171450" lvl="0" indent="-171450" algn="l" rtl="0">
              <a:spcBef>
                <a:spcPts val="0"/>
              </a:spcBef>
              <a:spcAft>
                <a:spcPts val="0"/>
              </a:spcAft>
            </a:pPr>
            <a:r>
              <a:rPr lang="en-US" b="1"/>
              <a:t>Tính linh hoạt</a:t>
            </a:r>
            <a:r>
              <a:rPr lang="en-US"/>
              <a:t>: JS là ngôn ngữ lập trình linh hoạt có thể được sử dụng để tạo ra các ứng dụng web tĩnh và động, trò chơi trực tuyến, ứng dụng di động</a:t>
            </a:r>
            <a:endParaRPr lang="en-US"/>
          </a:p>
          <a:p>
            <a:pPr marL="171450" lvl="0" indent="-171450" algn="l" rtl="0">
              <a:spcBef>
                <a:spcPts val="0"/>
              </a:spcBef>
              <a:spcAft>
                <a:spcPts val="0"/>
              </a:spcAft>
            </a:pPr>
            <a:r>
              <a:rPr lang="en-US" b="1"/>
              <a:t>Thiết kế cho web</a:t>
            </a:r>
            <a:r>
              <a:rPr lang="en-US"/>
              <a:t>: JS được thiết kế đặc biệt cho việc tương tác với các phần tử trên trang web, cho phép bạn thêm các chức năng tương tác và động vào trang web một cách dễ dàng.</a:t>
            </a:r>
            <a:endParaRPr lang="en-US"/>
          </a:p>
          <a:p>
            <a:pPr marL="171450" lvl="0" indent="-171450" algn="l" rtl="0">
              <a:spcBef>
                <a:spcPts val="0"/>
              </a:spcBef>
              <a:spcAft>
                <a:spcPts val="0"/>
              </a:spcAft>
            </a:pPr>
            <a:r>
              <a:rPr lang="en-US" b="1"/>
              <a:t>Chạy trên trình duyệt</a:t>
            </a:r>
            <a:r>
              <a:rPr lang="en-US"/>
              <a:t>: JS chạy trực tiếp trên trình duyệt của người dùng mà không cần cài đặt thêm bất kỳ phần mềm nào, giúp giảm bớt tải trọng cho máy chủ.</a:t>
            </a:r>
            <a:endParaRPr lang="en-US"/>
          </a:p>
          <a:p>
            <a:pPr marL="171450" lvl="0" indent="-171450" algn="l" rtl="0">
              <a:spcBef>
                <a:spcPts val="0"/>
              </a:spcBef>
              <a:spcAft>
                <a:spcPts val="0"/>
              </a:spcAft>
            </a:pPr>
            <a:r>
              <a:rPr lang="en-US" b="1"/>
              <a:t>Cộng đồng lớn và hỗ trợ mạnh mẽ</a:t>
            </a:r>
            <a:r>
              <a:rPr lang="en-US"/>
              <a:t>: JavaScript có một cộng đồng lớn và nhiều tài liệu hỗ trợ, cũng như các thư viện và frameworks phổ biến như React, Angular và Vue.js </a:t>
            </a:r>
            <a:endParaRPr lang="en-US"/>
          </a:p>
          <a:p>
            <a:pPr marL="171450" lvl="0" indent="-171450" algn="l" rtl="0">
              <a:spcBef>
                <a:spcPts val="0"/>
              </a:spcBef>
              <a:spcAft>
                <a:spcPts val="0"/>
              </a:spcAft>
            </a:pPr>
            <a:r>
              <a:rPr lang="en-US" b="1"/>
              <a:t>Tính tương tác cao</a:t>
            </a:r>
            <a:r>
              <a:rPr lang="en-US"/>
              <a:t>: JS cho phép tạo ra các trang web tương tác cao và thú vị, bao gồm các hiệu ứng động, biểu đồ, hình ảnh động</a:t>
            </a:r>
            <a:endParaRPr lang="en-US"/>
          </a:p>
          <a:p>
            <a:pPr marL="171450" lvl="0" indent="-171450" algn="l" rtl="0">
              <a:spcBef>
                <a:spcPts val="0"/>
              </a:spcBef>
              <a:spcAft>
                <a:spcPts val="0"/>
              </a:spcAft>
            </a:pPr>
            <a:r>
              <a:rPr lang="en-US" b="1"/>
              <a:t>Đa nền tảng</a:t>
            </a:r>
            <a:r>
              <a:rPr lang="en-US"/>
              <a:t>: JavaScript không giới hạn bởi hệ điều hành hoặc nền tảng nào cụ thể, cho phép bạn phát triển ứng dụng trên mọi nền tảng, từ web đến di động và desktop.</a:t>
            </a:r>
            <a:endParaRPr lang="en-US"/>
          </a:p>
          <a:p>
            <a:pPr marL="171450" lvl="0" indent="-171450" algn="l" rtl="0">
              <a:spcBef>
                <a:spcPts val="0"/>
              </a:spcBef>
              <a:spcAft>
                <a:spcPts val="0"/>
              </a:spcAft>
            </a:pPr>
            <a:r>
              <a:rPr lang="en-US" b="1"/>
              <a:t>Dễ học và triển khai</a:t>
            </a:r>
            <a:r>
              <a:rPr lang="en-US"/>
              <a:t>: JavaScript là một ngôn ngữ lập trình dễ học và sử dụng, với cú pháp đơn giản và một loạt các tài liệu và nguồn học trực tuyến.</a:t>
            </a:r>
            <a:endParaRPr lang="en-US"/>
          </a:p>
          <a:p>
            <a:pPr marL="0" lvl="0" indent="0" algn="l" rtl="0">
              <a:spcBef>
                <a:spcPts val="0"/>
              </a:spcBef>
              <a:spcAft>
                <a:spcPts val="0"/>
              </a:spcAft>
              <a:buNone/>
            </a:pPr>
            <a:r>
              <a:rPr lang="en-US"/>
              <a:t>Nhược</a:t>
            </a:r>
            <a:endParaRPr lang="en-US"/>
          </a:p>
          <a:p>
            <a:pPr marL="171450" lvl="0" indent="-171450" algn="l" rtl="0">
              <a:spcBef>
                <a:spcPts val="0"/>
              </a:spcBef>
              <a:spcAft>
                <a:spcPts val="0"/>
              </a:spcAft>
            </a:pPr>
            <a:r>
              <a:rPr lang="en-US" b="1"/>
              <a:t>Bảo mật yếu:</a:t>
            </a:r>
            <a:r>
              <a:rPr lang="en-US"/>
              <a:t> JavaScript thực thi trên trình duyệt của người dùng, do đó dễ bị tấn công bởi các lỗ hổng bảo mật </a:t>
            </a:r>
            <a:endParaRPr lang="en-US"/>
          </a:p>
          <a:p>
            <a:pPr marL="171450" lvl="0" indent="-171450" algn="l" rtl="0">
              <a:spcBef>
                <a:spcPts val="0"/>
              </a:spcBef>
              <a:spcAft>
                <a:spcPts val="0"/>
              </a:spcAft>
            </a:pPr>
            <a:r>
              <a:rPr lang="en-US" b="1"/>
              <a:t>Tùy vào trình duyệt</a:t>
            </a:r>
            <a:r>
              <a:rPr lang="en-US"/>
              <a:t>: Mặc dù hầu hết các trình duyệt hiện đại hỗ trợ JavaScript, nhưng có thể có sự không tương thích giữa các trình duyệt</a:t>
            </a:r>
            <a:endParaRPr lang="en-US"/>
          </a:p>
          <a:p>
            <a:pPr marL="171450" lvl="0" indent="-171450" algn="l" rtl="0">
              <a:spcBef>
                <a:spcPts val="0"/>
              </a:spcBef>
              <a:spcAft>
                <a:spcPts val="0"/>
              </a:spcAft>
            </a:pPr>
            <a:r>
              <a:rPr lang="en-US" b="1"/>
              <a:t>Tốc độ chậm ở một số trường hợp</a:t>
            </a:r>
            <a:r>
              <a:rPr lang="en-US"/>
              <a:t>: JavaScript có thể làm chậm trang web nếu không được viết tối ưu, đặc biệt là khi sử dụng trong các ứng dụng có yêu cầu hiệu suất cao hoặc khi xử lý dữ liệu lớn.</a:t>
            </a:r>
            <a:endParaRPr lang="en-US"/>
          </a:p>
          <a:p>
            <a:pPr marL="171450" lvl="0" indent="-171450" algn="l" rtl="0">
              <a:spcBef>
                <a:spcPts val="0"/>
              </a:spcBef>
              <a:spcAft>
                <a:spcPts val="0"/>
              </a:spcAft>
            </a:pPr>
            <a:r>
              <a:rPr lang="en-US" b="1"/>
              <a:t>Quản lý mã phức tạp</a:t>
            </a:r>
            <a:r>
              <a:rPr lang="en-US"/>
              <a:t>: Trong các ứng dụng lớn, quản lý mã JavaScript có thể trở nên phức tạp và khó hiểu, đặc biệt là khi không có một cấu trúc và quy tắc rõ ràng.</a:t>
            </a:r>
            <a:endParaRPr lang="en-US"/>
          </a:p>
          <a:p>
            <a:pPr marL="171450" lvl="0" indent="-171450" algn="l" rtl="0">
              <a:spcBef>
                <a:spcPts val="0"/>
              </a:spcBef>
              <a:spcAft>
                <a:spcPts val="0"/>
              </a:spcAft>
            </a:pPr>
            <a:r>
              <a:rPr lang="en-US" b="1"/>
              <a:t>Phụ thuộc vào mạng: </a:t>
            </a:r>
            <a:r>
              <a:rPr lang="en-US"/>
              <a:t>Một số tính năng của JavaScript, như AJAX yêu cầu kết nối mạng để tải dữ liệu từ máy chủ, do đó ứng dụng có thể trở nên không hoạt động nếu mạng không ổn định hoặc không có kết nối.</a:t>
            </a:r>
            <a:endParaRPr lang="en-US"/>
          </a:p>
          <a:p>
            <a:pPr marL="171450" lvl="0" indent="-171450" algn="l" rtl="0">
              <a:spcBef>
                <a:spcPts val="0"/>
              </a:spcBef>
              <a:spcAft>
                <a:spcPts val="0"/>
              </a:spcAft>
            </a:pPr>
            <a:r>
              <a:rPr lang="en-US" b="1"/>
              <a:t>Khả năng Debug khó khăn</a:t>
            </a:r>
            <a:r>
              <a:rPr lang="en-US"/>
              <a:t>: Debugging JavaScript có thể là một thách thức đối với những lập trình viên mới, đặc biệt khi phát triển các ứng dụng phức tạp.</a:t>
            </a:r>
            <a:endParaRPr lang="en-US"/>
          </a:p>
          <a:p>
            <a:pPr marL="171450" lvl="0" indent="-171450" algn="l" rtl="0">
              <a:spcBef>
                <a:spcPts val="0"/>
              </a:spcBef>
              <a:spcAft>
                <a:spcPts val="0"/>
              </a:spcAft>
            </a:pPr>
            <a:r>
              <a:rPr lang="en-US" b="1"/>
              <a:t>Khả năng bảo trì thấp</a:t>
            </a:r>
            <a:r>
              <a:rPr lang="en-US"/>
              <a:t>: Một số mã JavaScript có thể trở nên khó bảo trì khi không có tài liệu đầy đủ hoặc khi không có một quy trình bảo trì chuẩn.</a:t>
            </a:r>
            <a:endParaRPr lang="en-US"/>
          </a:p>
          <a:p>
            <a:pPr marL="171450" lvl="0" indent="-171450" algn="l" rtl="0">
              <a:spcBef>
                <a:spcPts val="0"/>
              </a:spcBef>
              <a:spcAft>
                <a:spcPts val="0"/>
              </a:spcAft>
            </a:pPr>
            <a:endParaRPr lang="en-US"/>
          </a:p>
          <a:p>
            <a:pPr marL="171450" lvl="0" indent="-171450" algn="l" rtl="0">
              <a:spcBef>
                <a:spcPts val="0"/>
              </a:spcBef>
              <a:spcAft>
                <a:spcPts val="0"/>
              </a:spcAft>
            </a:pPr>
            <a:endParaRPr lang="en-US"/>
          </a:p>
          <a:p>
            <a:pPr marL="171450" lvl="0" indent="-171450" algn="l" rtl="0">
              <a:spcBef>
                <a:spcPts val="0"/>
              </a:spcBef>
              <a:spcAft>
                <a:spcPts val="0"/>
              </a:spcAft>
            </a:pPr>
            <a:endParaRPr lang="en-US"/>
          </a:p>
          <a:p>
            <a:pPr marL="171450" lvl="0" indent="-171450" algn="l" rtl="0">
              <a:spcBef>
                <a:spcPts val="0"/>
              </a:spcBef>
              <a:spcAft>
                <a:spcPts val="0"/>
              </a:spcAft>
            </a:pPr>
            <a:endParaRPr lang="en-US"/>
          </a:p>
          <a:p>
            <a:pPr marL="0" lvl="0" indent="0" algn="l" rtl="0">
              <a:spcBef>
                <a:spcPts val="0"/>
              </a:spcBef>
              <a:spcAft>
                <a:spcPts val="0"/>
              </a:spcAft>
              <a:buNone/>
            </a:pP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0" name="Shape 580"/>
        <p:cNvGrpSpPr/>
        <p:nvPr/>
      </p:nvGrpSpPr>
      <p:grpSpPr>
        <a:xfrm>
          <a:off x="0" y="0"/>
          <a:ext cx="0" cy="0"/>
          <a:chOff x="0" y="0"/>
          <a:chExt cx="0" cy="0"/>
        </a:xfrm>
      </p:grpSpPr>
      <p:sp>
        <p:nvSpPr>
          <p:cNvPr id="581" name="Google Shape;581;g124dc3920de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124dc3920de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b="1"/>
              <a:t>Ư</a:t>
            </a:r>
            <a:r>
              <a:rPr lang="en-US" b="1"/>
              <a:t>u</a:t>
            </a:r>
            <a:endParaRPr lang="en-US" b="1"/>
          </a:p>
          <a:p>
            <a:pPr marL="171450" lvl="0" indent="-171450" algn="l" rtl="0">
              <a:spcBef>
                <a:spcPts val="0"/>
              </a:spcBef>
              <a:spcAft>
                <a:spcPts val="0"/>
              </a:spcAft>
            </a:pPr>
            <a:r>
              <a:rPr b="1"/>
              <a:t>Dễ học và sử dụng: </a:t>
            </a:r>
            <a:r>
              <a:t>Thymeleaf sử dụng cú pháp gần giống HTML, giúp cho việc tìm hiểu và sử dụng nó dễ dàng hơn đối với các nhà phát triển web</a:t>
            </a:r>
          </a:p>
          <a:p>
            <a:pPr marL="171450" lvl="0" indent="-171450" algn="l" rtl="0">
              <a:spcBef>
                <a:spcPts val="0"/>
              </a:spcBef>
              <a:spcAft>
                <a:spcPts val="0"/>
              </a:spcAft>
            </a:pPr>
            <a:r>
              <a:rPr b="1"/>
              <a:t>Tích hợp tốt với Spring Framework</a:t>
            </a:r>
            <a:r>
              <a:t>: Thymeleaf được tích hợp chặt chẽ với Spring Framework</a:t>
            </a:r>
          </a:p>
          <a:p>
            <a:pPr marL="171450" lvl="0" indent="-171450" algn="l" rtl="0">
              <a:spcBef>
                <a:spcPts val="0"/>
              </a:spcBef>
              <a:spcAft>
                <a:spcPts val="0"/>
              </a:spcAft>
            </a:pPr>
            <a:r>
              <a:rPr b="1"/>
              <a:t>Tích hợp tốt với CSS và JavaScript</a:t>
            </a:r>
            <a:r>
              <a:t>: Thymeleaf cho phép bạn tích hợp mã CSS và JavaScript một cách dễ dàng vào các trang HTML, giúp tạo ra các giao diện web đẹp mắt và tương tác.</a:t>
            </a:r>
          </a:p>
          <a:p>
            <a:pPr marL="171450" lvl="0" indent="-171450" algn="l" rtl="0">
              <a:spcBef>
                <a:spcPts val="0"/>
              </a:spcBef>
              <a:spcAft>
                <a:spcPts val="0"/>
              </a:spcAft>
            </a:pPr>
            <a:r>
              <a:rPr b="1"/>
              <a:t>Thích ứng tốt với các mô hình thiết kế: </a:t>
            </a:r>
            <a:r>
              <a:t>Thymeleaf cho phép bạn sử dụng nó trong các mô hình thiết kế MVC (Model-View-Controller) và các mô hình khác, giúp tăng tính linh hoạt và tái sử dụng của mã nguồn.</a:t>
            </a:r>
          </a:p>
          <a:p>
            <a:pPr marL="171450" lvl="0" indent="-171450" algn="l" rtl="0">
              <a:spcBef>
                <a:spcPts val="0"/>
              </a:spcBef>
              <a:spcAft>
                <a:spcPts val="0"/>
              </a:spcAft>
            </a:pPr>
            <a:r>
              <a:rPr b="1"/>
              <a:t>Kiểm soát logic trên giao diện:</a:t>
            </a:r>
            <a:r>
              <a:t> Thymeleaf cho phép bạn viết mã logic trực tiếp trên các trang HTML, giúp tạo ra các trang web động và phản hồi đến dữ liệu và sự kiện của người dùng một cách linh hoạt.</a:t>
            </a:r>
          </a:p>
          <a:p>
            <a:pPr marL="171450" lvl="0" indent="-171450" algn="l" rtl="0">
              <a:spcBef>
                <a:spcPts val="0"/>
              </a:spcBef>
              <a:spcAft>
                <a:spcPts val="0"/>
              </a:spcAft>
            </a:pPr>
            <a:r>
              <a:rPr b="1"/>
              <a:t>Tích hợp tốt với các công cụ phát triển</a:t>
            </a:r>
            <a:r>
              <a:t>: Thymeleaf được tích hợp tốt với các công cụ phát triển phổ biến và các công cụ quản lý dự án, giúp tăng cường hiệu suất làm việc của nhà phát triển.</a:t>
            </a:r>
          </a:p>
          <a:p>
            <a:pPr marL="171450" lvl="0" indent="-171450" algn="l" rtl="0">
              <a:spcBef>
                <a:spcPts val="0"/>
              </a:spcBef>
              <a:spcAft>
                <a:spcPts val="0"/>
              </a:spcAft>
            </a:pPr>
            <a:r>
              <a:rPr b="1"/>
              <a:t>Cộng đồng phát triển mạnh mẽ:</a:t>
            </a:r>
            <a:r>
              <a:t> Thymeleaf có một cộng đồng phát triển lớn và tích cực, cung cấp nhiều tài liệu, ví dụ và hỗ trợ cho các nhà phát triển trong quá trình sử dụng và phát triển Thymeleaf.</a:t>
            </a:r>
          </a:p>
          <a:p>
            <a:pPr marL="0" lvl="0" indent="0" algn="l" rtl="0">
              <a:spcBef>
                <a:spcPts val="0"/>
              </a:spcBef>
              <a:spcAft>
                <a:spcPts val="0"/>
              </a:spcAft>
              <a:buNone/>
            </a:pPr>
            <a:r>
              <a:rPr lang="en-US" b="1"/>
              <a:t>Nhược</a:t>
            </a:r>
            <a:endParaRPr lang="en-US"/>
          </a:p>
          <a:p>
            <a:pPr marL="171450" lvl="0" indent="-171450" algn="l" rtl="0">
              <a:spcBef>
                <a:spcPts val="0"/>
              </a:spcBef>
              <a:spcAft>
                <a:spcPts val="0"/>
              </a:spcAft>
            </a:pPr>
            <a:r>
              <a:rPr lang="en-US" b="1"/>
              <a:t>Khả năng mở rộng hạn chế</a:t>
            </a:r>
            <a:r>
              <a:rPr lang="en-US"/>
              <a:t>: So với một số công nghệ như Angular hoặc React, Thymeleaf có khả năng mở rộng hạn chế hơn trong việc xây dựng các ứng dụng phức tạp hoặc đòi hỏi tính tương tác cao.</a:t>
            </a:r>
            <a:endParaRPr lang="en-US"/>
          </a:p>
          <a:p>
            <a:pPr marL="171450" lvl="0" indent="-171450" algn="l" rtl="0">
              <a:spcBef>
                <a:spcPts val="0"/>
              </a:spcBef>
              <a:spcAft>
                <a:spcPts val="0"/>
              </a:spcAft>
            </a:pPr>
            <a:r>
              <a:rPr lang="en-US" b="1"/>
              <a:t>Thiếu sự linh hoạt trong việc tạo ra các ứng dụng SPA (Single Page Application):</a:t>
            </a:r>
            <a:r>
              <a:rPr lang="en-US"/>
              <a:t> Thymeleaf không được thiết kế để tạo ra các ứng dụng SPA, nơi mà tất cả hoặc hầu hết các phần của trang web được tạo và quản lý trên phía máy khách.</a:t>
            </a:r>
            <a:endParaRPr lang="en-US"/>
          </a:p>
          <a:p>
            <a:pPr marL="171450" lvl="0" indent="-171450" algn="l" rtl="0">
              <a:spcBef>
                <a:spcPts val="0"/>
              </a:spcBef>
              <a:spcAft>
                <a:spcPts val="0"/>
              </a:spcAft>
            </a:pPr>
            <a:r>
              <a:rPr lang="en-US" b="1"/>
              <a:t>Tài liệu không đầy đủ:</a:t>
            </a:r>
            <a:r>
              <a:rPr lang="en-US"/>
              <a:t> Mặc dù Thymeleaf có một cộng đồng sáng tạo và tích cực, nhưng so với một số công nghệ khác, tài liệu và nguồn tham khảo cho Thymeleaf có thể không phong phú và đầy đủ.</a:t>
            </a:r>
            <a:endParaRPr lang="en-US"/>
          </a:p>
          <a:p>
            <a:pPr marL="171450" lvl="0" indent="-171450" algn="l" rtl="0">
              <a:spcBef>
                <a:spcPts val="0"/>
              </a:spcBef>
              <a:spcAft>
                <a:spcPts val="0"/>
              </a:spcAft>
            </a:pPr>
            <a:r>
              <a:rPr lang="en-US" b="1"/>
              <a:t>Khả năng tương thích hạn chế:</a:t>
            </a:r>
            <a:r>
              <a:rPr lang="en-US"/>
              <a:t> Thymeleaf không tương thích tốt với một số công nghệ khác như Angular hoặc Vue.js, có thể gây khó khăn trong việc tích hợp và phát triển các ứng dụng kết hợp nhiều công nghệ.</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0" name="Shape 580"/>
        <p:cNvGrpSpPr/>
        <p:nvPr/>
      </p:nvGrpSpPr>
      <p:grpSpPr>
        <a:xfrm>
          <a:off x="0" y="0"/>
          <a:ext cx="0" cy="0"/>
          <a:chOff x="0" y="0"/>
          <a:chExt cx="0" cy="0"/>
        </a:xfrm>
      </p:grpSpPr>
      <p:sp>
        <p:nvSpPr>
          <p:cNvPr id="581" name="Google Shape;581;g124dc3920de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124dc3920de_0_0:notes"/>
          <p:cNvSpPr txBox="1"/>
          <p:nvPr>
            <p:ph type="body" idx="1"/>
          </p:nvPr>
        </p:nvSpPr>
        <p:spPr>
          <a:xfrm>
            <a:off x="685800" y="4343400"/>
            <a:ext cx="5486400" cy="55162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JDK bao gồm JRE và các development tools, JRE bao gồm JVM và các library</a:t>
            </a:r>
            <a:endParaRPr lang="en-US"/>
          </a:p>
          <a:p>
            <a:pPr marL="0" lvl="0" indent="0" algn="l" rtl="0">
              <a:spcBef>
                <a:spcPts val="0"/>
              </a:spcBef>
              <a:spcAft>
                <a:spcPts val="0"/>
              </a:spcAft>
              <a:buNone/>
            </a:pPr>
            <a:r>
              <a:rPr lang="en-US"/>
              <a:t>Ưu</a:t>
            </a:r>
            <a:endParaRPr lang="en-US"/>
          </a:p>
          <a:p>
            <a:pPr marL="171450" lvl="0" indent="-171450" algn="l" rtl="0">
              <a:spcBef>
                <a:spcPts val="0"/>
              </a:spcBef>
              <a:spcAft>
                <a:spcPts val="0"/>
              </a:spcAft>
            </a:pPr>
            <a:r>
              <a:rPr lang="en-US" b="1"/>
              <a:t>Đa nền tảng:</a:t>
            </a:r>
            <a:r>
              <a:rPr lang="en-US"/>
              <a:t> Java chạy trên nhiều nền tảng khác nhau, từ máy tính cá nhân đến máy chủ và thiết bị nhúng, giúp các ứng dụng Java linh hoạt và có thể triển khai ở nhiều môi trường do sử dụng JVM.</a:t>
            </a:r>
            <a:endParaRPr lang="en-US"/>
          </a:p>
          <a:p>
            <a:pPr marL="171450" lvl="0" indent="-171450" algn="l" rtl="0">
              <a:spcBef>
                <a:spcPts val="0"/>
              </a:spcBef>
              <a:spcAft>
                <a:spcPts val="0"/>
              </a:spcAft>
            </a:pPr>
            <a:r>
              <a:rPr lang="en-US" b="1"/>
              <a:t>Bảo mật:</a:t>
            </a:r>
            <a:r>
              <a:rPr lang="en-US"/>
              <a:t> Java có một hệ thống bảo mật mạnh mẽ, bao gồm kiểm soát quyền truy cập, chữ ký số và quản lý mã bytecode.</a:t>
            </a:r>
            <a:endParaRPr lang="en-US"/>
          </a:p>
          <a:p>
            <a:pPr marL="171450" lvl="0" indent="-171450" algn="l" rtl="0">
              <a:spcBef>
                <a:spcPts val="0"/>
              </a:spcBef>
              <a:spcAft>
                <a:spcPts val="0"/>
              </a:spcAft>
            </a:pPr>
            <a:r>
              <a:rPr lang="en-US" b="1"/>
              <a:t>Hiệu suất</a:t>
            </a:r>
            <a:r>
              <a:rPr lang="en-US"/>
              <a:t>: Mặc dù không phải là ngôn ngữ lập trình nhanh nhất, nhưng Java vẫn cung cấp hiệu suất tốt đối với nhiều loại ứng dụng, đặc biệt là ứng dụng doanh nghiệp và máy chủ.</a:t>
            </a:r>
            <a:endParaRPr lang="en-US"/>
          </a:p>
          <a:p>
            <a:pPr marL="171450" lvl="0" indent="-171450" algn="l" rtl="0">
              <a:spcBef>
                <a:spcPts val="0"/>
              </a:spcBef>
              <a:spcAft>
                <a:spcPts val="0"/>
              </a:spcAft>
            </a:pPr>
            <a:r>
              <a:rPr lang="en-US" b="1"/>
              <a:t>Hệ sinh thái mạnh mẽ</a:t>
            </a:r>
            <a:r>
              <a:rPr lang="en-US"/>
              <a:t>: Java có một hệ sinh thái phong phú của các thư viện, framework và công cụ hỗ trợ, giúp việc phát triển và quản lý ứng dụng trở nên dễ dàng hơn.</a:t>
            </a:r>
            <a:endParaRPr lang="en-US"/>
          </a:p>
          <a:p>
            <a:pPr marL="171450" lvl="0" indent="-171450" algn="l" rtl="0">
              <a:spcBef>
                <a:spcPts val="0"/>
              </a:spcBef>
              <a:spcAft>
                <a:spcPts val="0"/>
              </a:spcAft>
            </a:pPr>
            <a:r>
              <a:rPr lang="en-US" b="1"/>
              <a:t>Kiến trúc hướng đối tượng</a:t>
            </a:r>
            <a:r>
              <a:rPr lang="en-US"/>
              <a:t>: Java là một ngôn ngữ hướng đối tượng, giúp tạo ra mã dễ đọc, dễ bảo trì và tái sử dụng.</a:t>
            </a:r>
            <a:endParaRPr lang="en-US"/>
          </a:p>
          <a:p>
            <a:pPr marL="0" lvl="0" indent="0" algn="l" rtl="0">
              <a:spcBef>
                <a:spcPts val="0"/>
              </a:spcBef>
              <a:spcAft>
                <a:spcPts val="0"/>
              </a:spcAft>
              <a:buNone/>
            </a:pPr>
            <a:r>
              <a:rPr lang="en-US"/>
              <a:t>Nhược</a:t>
            </a:r>
            <a:endParaRPr lang="en-US"/>
          </a:p>
          <a:p>
            <a:pPr marL="171450" lvl="0" indent="-171450" algn="l" rtl="0">
              <a:spcBef>
                <a:spcPts val="0"/>
              </a:spcBef>
              <a:spcAft>
                <a:spcPts val="0"/>
              </a:spcAft>
            </a:pPr>
            <a:r>
              <a:rPr lang="en-US" b="1"/>
              <a:t>Tốc độ thực thi</a:t>
            </a:r>
            <a:r>
              <a:rPr lang="en-US"/>
              <a:t>: Mặc dù JVM đã được cải thiện đáng kể, Java thường không được coi là ngôn ngữ có hiệu suất cao nhất trong các ứng dụng yêu cầu xử lý tốc độ cao.</a:t>
            </a:r>
            <a:endParaRPr lang="en-US"/>
          </a:p>
          <a:p>
            <a:pPr marL="171450" lvl="0" indent="-171450" algn="l" rtl="0">
              <a:spcBef>
                <a:spcPts val="0"/>
              </a:spcBef>
              <a:spcAft>
                <a:spcPts val="0"/>
              </a:spcAft>
            </a:pPr>
            <a:r>
              <a:rPr lang="en-US" b="1"/>
              <a:t>Bộ nhớ tiêu tốn</a:t>
            </a:r>
            <a:r>
              <a:rPr lang="en-US"/>
              <a:t>: Ứng dụng Java thường tiêu tốn nhiều bộ nhớ hơn so với các ngôn ngữ khác.</a:t>
            </a:r>
            <a:endParaRPr lang="en-US"/>
          </a:p>
          <a:p>
            <a:pPr marL="171450" lvl="0" indent="-171450" algn="l" rtl="0">
              <a:spcBef>
                <a:spcPts val="0"/>
              </a:spcBef>
              <a:spcAft>
                <a:spcPts val="0"/>
              </a:spcAft>
            </a:pPr>
            <a:r>
              <a:rPr lang="en-US" b="1"/>
              <a:t>Khởi động chậm</a:t>
            </a:r>
            <a:r>
              <a:rPr lang="en-US"/>
              <a:t>: Một số ứng dụng Java có thể mất thời gian khá lâu để khởi động, đặc biệt là khi cần tải và khởi chạy nhiều thư viện hoặc module phụ thuộc.</a:t>
            </a:r>
            <a:endParaRPr lang="en-US"/>
          </a:p>
          <a:p>
            <a:pPr marL="171450" lvl="0" indent="-171450" algn="l" rtl="0">
              <a:spcBef>
                <a:spcPts val="0"/>
              </a:spcBef>
              <a:spcAft>
                <a:spcPts val="0"/>
              </a:spcAft>
            </a:pPr>
            <a:r>
              <a:rPr lang="en-US" b="1"/>
              <a:t>Thừa trên tài nguyên hệ thống</a:t>
            </a:r>
            <a:r>
              <a:rPr lang="en-US"/>
              <a:t>: Một số ứng dụng Java có thể tiêu tốn nhiều tài nguyên hệ thống, đặc biệt là khi không được quản lý tốt hoặc không tối ưu hóa.</a:t>
            </a:r>
            <a:endParaRPr lang="en-US"/>
          </a:p>
          <a:p>
            <a:pPr marL="171450" lvl="0" indent="-171450" algn="l" rtl="0">
              <a:spcBef>
                <a:spcPts val="0"/>
              </a:spcBef>
              <a:spcAft>
                <a:spcPts val="0"/>
              </a:spcAft>
            </a:pPr>
            <a:r>
              <a:rPr lang="en-US" b="1"/>
              <a:t>Sự phức tạp của mã nguồn</a:t>
            </a:r>
            <a:r>
              <a:rPr lang="en-US"/>
              <a:t>: Java có thể yêu cầu viết nhiều mã hơn so với các ngôn ngữ khác để đạt được cùng một mục tiêu, điều này có thể làm tăng độ phức tạp của ứng dụng.</a:t>
            </a:r>
            <a:endParaRPr lang="en-US"/>
          </a:p>
          <a:p>
            <a:pPr marL="171450" lvl="0" indent="-171450" algn="l" rtl="0">
              <a:spcBef>
                <a:spcPts val="0"/>
              </a:spcBef>
              <a:spcAft>
                <a:spcPts val="0"/>
              </a:spcAft>
            </a:pPr>
            <a:r>
              <a:rPr lang="en-US" b="1"/>
              <a:t>Khó khăn trong quản lý bộ nhớ:</a:t>
            </a:r>
            <a:r>
              <a:rPr lang="en-US"/>
              <a:t> Mặc dù JVM có tự động quản lý bộ nhớ, nhưng việc quản lý các tham chiếu và vùng nhớ có thể phức tạp, đặc biệt là trong các ứng dụng lớn và phức tạp.</a:t>
            </a:r>
            <a:endParaRPr lang="en-US" b="1"/>
          </a:p>
        </p:txBody>
      </p:sp>
      <p:sp>
        <p:nvSpPr>
          <p:cNvPr id="1" name="Text Box 0"/>
          <p:cNvSpPr txBox="1"/>
          <p:nvPr/>
        </p:nvSpPr>
        <p:spPr>
          <a:xfrm>
            <a:off x="12065" y="5393055"/>
            <a:ext cx="2286000" cy="306705"/>
          </a:xfrm>
          <a:prstGeom prst="rect">
            <a:avLst/>
          </a:prstGeom>
          <a:noFill/>
        </p:spPr>
        <p:txBody>
          <a:bodyPr wrap="square" rtlCol="0">
            <a:spAutoFit/>
          </a:bodyPr>
          <a:p>
            <a:endParaRPr lang="en-US"/>
          </a:p>
        </p:txBody>
      </p:sp>
      <p:sp>
        <p:nvSpPr>
          <p:cNvPr id="2" name="Text Box 1"/>
          <p:cNvSpPr txBox="1"/>
          <p:nvPr/>
        </p:nvSpPr>
        <p:spPr>
          <a:xfrm>
            <a:off x="299720" y="3146425"/>
            <a:ext cx="2286000" cy="306705"/>
          </a:xfrm>
          <a:prstGeom prst="rect">
            <a:avLst/>
          </a:prstGeom>
          <a:noFill/>
        </p:spPr>
        <p:txBody>
          <a:bodyPr wrap="square" rtlCol="0">
            <a:spAutoFit/>
          </a:bodyPr>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0" name="Shape 580"/>
        <p:cNvGrpSpPr/>
        <p:nvPr/>
      </p:nvGrpSpPr>
      <p:grpSpPr>
        <a:xfrm>
          <a:off x="0" y="0"/>
          <a:ext cx="0" cy="0"/>
          <a:chOff x="0" y="0"/>
          <a:chExt cx="0" cy="0"/>
        </a:xfrm>
      </p:grpSpPr>
      <p:sp>
        <p:nvSpPr>
          <p:cNvPr id="581" name="Google Shape;581;g124dc3920de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124dc3920de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t>Trong lúc lập trình, ta phải tạo ra, quản lý các đối tượng. Theo truyền thống thì ta cần dùng đối tượng nào, ta phải định nghĩa, khởi tạo đối tượng đó. Tuy nhiên cách làm đó khi ta khởi tạo đối tượng ta cần phải kiểm soát cả vòng đời của đối tượng đó. Thay vì điều này, ngta đưa đối tượng đó vào trong framework, framework sẽ có nhiệm vụ khởi tạo cho mình đối tượng và kiểm soát luôn cả vòng đời của đối tượng. Ký thuật này được gọi là inversion of controll. Hay inversion of controll  sẽ hướng tới việc chuyển quyền kiểm soát các đối tượng trong chương trình, bằng việc phần Container sẽ có trách nhiệm khởi tạo và quản lý vòng đời của đối tượng thay vì công việc đó được thực hiện bởi các lập trình viên. </a:t>
            </a:r>
          </a:p>
          <a:p>
            <a:pPr marL="228600" lvl="0" indent="-228600" algn="l" rtl="0">
              <a:spcBef>
                <a:spcPts val="0"/>
              </a:spcBef>
              <a:spcAft>
                <a:spcPts val="0"/>
              </a:spcAft>
              <a:buAutoNum type="arabicPeriod"/>
            </a:pPr>
            <a:r>
              <a:rPr lang="en-US"/>
              <a:t>T</a:t>
            </a:r>
            <a:r>
              <a:t>rong quá trình kiểm soát các đối tượng có một thành phần trongg Spring là ApplicationContext, nhiệm vụ của ApplicationContext giúp cho mình khởi tạo các đối tượng, qly vòng đời, kiểm soát cả scope của đối tượng</a:t>
            </a:r>
          </a:p>
          <a:p>
            <a:pPr marL="0" lvl="0" indent="0" algn="l" rtl="0">
              <a:spcBef>
                <a:spcPts val="0"/>
              </a:spcBef>
              <a:spcAft>
                <a:spcPts val="0"/>
              </a:spcAft>
              <a:buNone/>
            </a:pPr>
            <a:r>
              <a:rPr b="1"/>
              <a:t>Ư</a:t>
            </a:r>
            <a:r>
              <a:rPr lang="en-US" b="1"/>
              <a:t>u</a:t>
            </a:r>
            <a:endParaRPr b="1"/>
          </a:p>
          <a:p>
            <a:pPr marL="171450" lvl="0" indent="-171450" algn="l" rtl="0">
              <a:spcBef>
                <a:spcPts val="0"/>
              </a:spcBef>
              <a:spcAft>
                <a:spcPts val="0"/>
              </a:spcAft>
            </a:pPr>
            <a:r>
              <a:rPr b="1"/>
              <a:t>Linh hoạt và mạnh mẽ</a:t>
            </a:r>
            <a:r>
              <a:t>: Spring cung cấp một loạt các tính năng và mô-đun linh hoạt để phát triển ứng dụng từ ứng dụng web đơn giản đến các hệ thống doanh nghiệp phức tạp.</a:t>
            </a:r>
          </a:p>
          <a:p>
            <a:pPr marL="171450" lvl="0" indent="-171450" algn="l" rtl="0">
              <a:spcBef>
                <a:spcPts val="0"/>
              </a:spcBef>
              <a:spcAft>
                <a:spcPts val="0"/>
              </a:spcAft>
            </a:pPr>
            <a:r>
              <a:rPr b="1"/>
              <a:t>IOC Container (Inversion of Control)</a:t>
            </a:r>
            <a:r>
              <a:t>: Spring Framework giúp giảm sự phụ thuộc giữa các thành phần trong ứng dụng bằng cách quản lý việc tạo và quản lý các đối tượng. IOC Container giúp quản lý vòng đời các đối tượng và tạo ra các đối tượng theo yêu cầu.</a:t>
            </a:r>
          </a:p>
          <a:p>
            <a:pPr marL="171450" lvl="0" indent="-171450" algn="l" rtl="0">
              <a:spcBef>
                <a:spcPts val="0"/>
              </a:spcBef>
              <a:spcAft>
                <a:spcPts val="0"/>
              </a:spcAft>
            </a:pPr>
            <a:r>
              <a:rPr b="1"/>
              <a:t>Dependency Injection (DI)</a:t>
            </a:r>
            <a:r>
              <a:t>: Spring Framework hỗ trợ Dependency Injection, cho phép các đối tượng không cần phải biết cụ thể về các phụ thuộc của chúng, mà các phụ thuộc được cung cấp từ bên ngoài thông qua các cấu hình.</a:t>
            </a:r>
          </a:p>
          <a:p>
            <a:pPr marL="171450" lvl="0" indent="-171450" algn="l" rtl="0">
              <a:spcBef>
                <a:spcPts val="0"/>
              </a:spcBef>
              <a:spcAft>
                <a:spcPts val="0"/>
              </a:spcAft>
            </a:pPr>
            <a:r>
              <a:rPr b="1"/>
              <a:t>Mô hình MVC (Model-View-Controller):</a:t>
            </a:r>
            <a:r>
              <a:t> Spring cung cấp một khung nhìn MVC mạnh mẽ cho việc phát triển ứng dụng web. Nó cho phép phân tách rõ ràng giữa logic kinh doanh, logic hiển thị và logic điều hướng.</a:t>
            </a:r>
          </a:p>
          <a:p>
            <a:pPr marL="171450" lvl="0" indent="-171450" algn="l" rtl="0">
              <a:spcBef>
                <a:spcPts val="0"/>
              </a:spcBef>
              <a:spcAft>
                <a:spcPts val="0"/>
              </a:spcAft>
            </a:pPr>
            <a:r>
              <a:rPr b="1"/>
              <a:t>Tích hợp tốt</a:t>
            </a:r>
            <a:r>
              <a:t>: Spring Framework tích hợp tốt với các công nghệ khác như Hibernate, JPA, JDBC, RESTful Web Services, và nhiều hơn nữa.</a:t>
            </a:r>
          </a:p>
          <a:p>
            <a:pPr marL="171450" lvl="0" indent="-171450" algn="l" rtl="0">
              <a:spcBef>
                <a:spcPts val="0"/>
              </a:spcBef>
              <a:spcAft>
                <a:spcPts val="0"/>
              </a:spcAft>
            </a:pPr>
            <a:r>
              <a:rPr b="1"/>
              <a:t>Kiểm thử dễ dàng</a:t>
            </a:r>
            <a:r>
              <a:t>: Spring Framework hỗ trợ việc kiểm thử dễ dàng bằng cách cung cấp các công cụ như Spring Test và hỗ trợ mock objects.</a:t>
            </a:r>
          </a:p>
          <a:p>
            <a:pPr marL="171450" lvl="0" indent="-171450" algn="l" rtl="0">
              <a:spcBef>
                <a:spcPts val="0"/>
              </a:spcBef>
              <a:spcAft>
                <a:spcPts val="0"/>
              </a:spcAft>
            </a:pPr>
            <a:r>
              <a:rPr b="1"/>
              <a:t>Cộng đồng lớn và hỗ trợ mạnh mẽ</a:t>
            </a:r>
            <a:r>
              <a:t>: Spring Framework có một cộng đồng lớn và hoạt động mạnh mẽ, với nhiều tài liệu, hướng dẫn và hỗ trợ từ cộng đồng người dùng.</a:t>
            </a:r>
          </a:p>
          <a:p>
            <a:pPr marL="0" lvl="0" indent="0" algn="l" rtl="0">
              <a:spcBef>
                <a:spcPts val="0"/>
              </a:spcBef>
              <a:spcAft>
                <a:spcPts val="0"/>
              </a:spcAft>
              <a:buNone/>
            </a:pPr>
            <a:r>
              <a:rPr lang="en-US" b="1"/>
              <a:t>Nhược</a:t>
            </a:r>
            <a:endParaRPr lang="en-US" b="1"/>
          </a:p>
          <a:p>
            <a:pPr marL="171450" lvl="0" indent="-171450" algn="l" rtl="0">
              <a:spcBef>
                <a:spcPts val="0"/>
              </a:spcBef>
              <a:spcAft>
                <a:spcPts val="0"/>
              </a:spcAft>
            </a:pPr>
            <a:r>
              <a:rPr lang="en-US" b="1"/>
              <a:t>Khó khăn trong việc debug và trace:</a:t>
            </a:r>
            <a:r>
              <a:rPr lang="en-US"/>
              <a:t> Do tính phức tạp của Spring và số lượng các lớp trung gian được tạo ra, việc debug và trace trong một ứng dụng Spring có thể trở nên khó khăn. Điều này đặc biệt đúng khi bạn gặp phải các vấn đề phức tạp hoặc không rõ ràng.</a:t>
            </a:r>
            <a:endParaRPr lang="en-US"/>
          </a:p>
          <a:p>
            <a:pPr marL="171450" lvl="0" indent="-171450" algn="l" rtl="0">
              <a:spcBef>
                <a:spcPts val="0"/>
              </a:spcBef>
              <a:spcAft>
                <a:spcPts val="0"/>
              </a:spcAft>
            </a:pPr>
            <a:r>
              <a:rPr lang="en-US" b="1"/>
              <a:t>Khó khăn trong việc di chuyển sang các phiên bản mới hơn:</a:t>
            </a:r>
            <a:r>
              <a:rPr lang="en-US"/>
              <a:t> Việc nâng cấp phiên bản của Spring Framework có thể gặp phải các thách thức liên quan đến sự tương thích với các phiên bản trước đó, các tính năng cũ có thể không còn hỗ trợ, và các thay đổi cú pháp hoặc API.</a:t>
            </a:r>
            <a:endParaRPr lang="en-US"/>
          </a:p>
          <a:p>
            <a:pPr marL="171450" lvl="0" indent="-171450" algn="l" rtl="0">
              <a:spcBef>
                <a:spcPts val="0"/>
              </a:spcBef>
              <a:spcAft>
                <a:spcPts val="0"/>
              </a:spcAft>
            </a:pPr>
            <a:r>
              <a:rPr lang="en-US" b="1"/>
              <a:t>Cộng đồng không chính thống</a:t>
            </a:r>
            <a:r>
              <a:rPr lang="en-US"/>
              <a:t>: Mặc dù Spring Framework có một cộng đồng lớn, nhưng không phải tất cả các nguồn tài liệu và hỗ trợ đều được duy trì hoặc hỗ trợ chính thống. Điều này có thể dẫn đến khó khăn trong việc tìm kiếm thông tin chính xác hoặc giải pháp cho các vấn đề cụ thể.</a:t>
            </a:r>
            <a:endParaRPr lang="en-US"/>
          </a:p>
          <a:p>
            <a:pPr marL="171450" lvl="0" indent="-171450" algn="l" rtl="0">
              <a:spcBef>
                <a:spcPts val="0"/>
              </a:spcBef>
              <a:spcAft>
                <a:spcPts val="0"/>
              </a:spcAft>
            </a:pPr>
            <a:r>
              <a:rPr lang="en-US" b="1"/>
              <a:t>Hiệu suất không cao trong môi trường đa luồng lớn</a:t>
            </a:r>
            <a:r>
              <a:rPr lang="en-US"/>
              <a:t>: Mặc dù Spring Framework cung cấp khả năng xử lý đa luồng, nhưng hiệu suất của ứng dụng có thể giảm đi đáng kể trong các môi trường có số lượng luồng lớn hoặc trong các tình huống cạnh tranh.</a:t>
            </a:r>
            <a:endParaRPr lang="en-US"/>
          </a:p>
          <a:p>
            <a:pPr marL="171450" lvl="0" indent="-171450" algn="l" rtl="0">
              <a:spcBef>
                <a:spcPts val="0"/>
              </a:spcBef>
              <a:spcAft>
                <a:spcPts val="0"/>
              </a:spcAft>
            </a:pPr>
            <a:r>
              <a:rPr lang="en-US" b="1"/>
              <a:t>Chi phí tài nguyên cao</a:t>
            </a:r>
            <a:r>
              <a:rPr lang="en-US"/>
              <a:t>: Do Spring Framework tạo ra nhiều bean và proxy trong quá trình chạy, điều này có thể tạo ra một lượng lớn bộ nhớ được tiêu tốn và tiêu tốn nhiều tài nguyên hệ thống. Điều này đặc biệt đúng đối với các ứng dụng lớn hoặc có lượng truy cập cao</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0" name="Shape 580"/>
        <p:cNvGrpSpPr/>
        <p:nvPr/>
      </p:nvGrpSpPr>
      <p:grpSpPr>
        <a:xfrm>
          <a:off x="0" y="0"/>
          <a:ext cx="0" cy="0"/>
          <a:chOff x="0" y="0"/>
          <a:chExt cx="0" cy="0"/>
        </a:xfrm>
      </p:grpSpPr>
      <p:sp>
        <p:nvSpPr>
          <p:cNvPr id="581" name="Google Shape;581;g124dc3920de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124dc3920de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Ưu điểm so với MySQL</a:t>
            </a:r>
            <a:endParaRPr lang="en-US"/>
          </a:p>
          <a:p>
            <a:pPr marL="171450" lvl="0" indent="-171450" algn="l" rtl="0">
              <a:spcBef>
                <a:spcPts val="0"/>
              </a:spcBef>
              <a:spcAft>
                <a:spcPts val="0"/>
              </a:spcAft>
            </a:pPr>
            <a:r>
              <a:rPr lang="en-US" b="1"/>
              <a:t>Hỗ trợ dự án lớn: </a:t>
            </a:r>
            <a:r>
              <a:rPr lang="en-US"/>
              <a:t>MSSQL thường được sử dụng trong các dự án doanh nghiệp lớn với số lượng dữ liệu lớn và yêu cầu cao về hiệu suất và khả năng mở rộng. Nó có khả năng xử lý tốt trong các môi trường với tải công việc cao.</a:t>
            </a:r>
            <a:endParaRPr lang="en-US"/>
          </a:p>
          <a:p>
            <a:pPr marL="171450" lvl="0" indent="-171450" algn="l" rtl="0">
              <a:spcBef>
                <a:spcPts val="0"/>
              </a:spcBef>
              <a:spcAft>
                <a:spcPts val="0"/>
              </a:spcAft>
            </a:pPr>
            <a:r>
              <a:rPr lang="en-US" b="1"/>
              <a:t>Giới hạn về tính năng:</a:t>
            </a:r>
            <a:r>
              <a:rPr lang="en-US"/>
              <a:t> MySQL có thể thiếu một số tính năng nâng cao so với các hệ quản trị cơ sở dữ liệu khác như MSSQL, đặc biệt là trong các phiên bản miễn phí.</a:t>
            </a:r>
            <a:endParaRPr lang="en-US"/>
          </a:p>
          <a:p>
            <a:pPr marL="171450" lvl="0" indent="-171450" algn="l" rtl="0">
              <a:spcBef>
                <a:spcPts val="0"/>
              </a:spcBef>
              <a:spcAft>
                <a:spcPts val="0"/>
              </a:spcAft>
            </a:pPr>
            <a:r>
              <a:rPr lang="en-US" b="1"/>
              <a:t>Bảo mật cao</a:t>
            </a:r>
            <a:r>
              <a:rPr lang="en-US"/>
              <a:t>: MSSQL cung cấp các tính năng bảo mật mạnh mẽ như mã hóa dữ liệu, kiểm soát truy cập, và quản lý chính sách bảo mật.</a:t>
            </a:r>
            <a:endParaRPr lang="en-US"/>
          </a:p>
          <a:p>
            <a:pPr marL="171450" lvl="0" indent="-171450" algn="l" rtl="0">
              <a:spcBef>
                <a:spcPts val="0"/>
              </a:spcBef>
              <a:spcAft>
                <a:spcPts val="0"/>
              </a:spcAft>
            </a:pPr>
            <a:r>
              <a:rPr lang="en-US" b="1"/>
              <a:t>Hỗ trợ tốt từ Microsoft: </a:t>
            </a:r>
            <a:r>
              <a:rPr lang="en-US"/>
              <a:t>Như một sản phẩm của Microsoft, MSSQL được hỗ trợ rộng rãi và có các tài liệu và hướng dẫn chi tiết từ Microsoft.</a:t>
            </a:r>
            <a:endParaRPr lang="en-US"/>
          </a:p>
          <a:p>
            <a:pPr marL="0" lvl="0" indent="0" algn="l" rtl="0">
              <a:spcBef>
                <a:spcPts val="0"/>
              </a:spcBef>
              <a:spcAft>
                <a:spcPts val="0"/>
              </a:spcAft>
              <a:buNone/>
            </a:pPr>
            <a:r>
              <a:rPr lang="en-US"/>
              <a:t>Nhược</a:t>
            </a:r>
            <a:endParaRPr lang="en-US"/>
          </a:p>
          <a:p>
            <a:pPr marL="171450" lvl="0" indent="-171450" algn="l" rtl="0">
              <a:spcBef>
                <a:spcPts val="0"/>
              </a:spcBef>
              <a:spcAft>
                <a:spcPts val="0"/>
              </a:spcAft>
            </a:pPr>
            <a:r>
              <a:rPr lang="en-US" b="1"/>
              <a:t>Giá cả và giấy phép:</a:t>
            </a:r>
            <a:r>
              <a:rPr lang="en-US"/>
              <a:t> MSSQL thường đắt hơn so với MySQL và có các yêu cầu giấy phép phức tạp hơn.</a:t>
            </a:r>
            <a:endParaRPr lang="en-US"/>
          </a:p>
          <a:p>
            <a:pPr marL="171450" lvl="0" indent="-171450" algn="l" rtl="0">
              <a:spcBef>
                <a:spcPts val="0"/>
              </a:spcBef>
              <a:spcAft>
                <a:spcPts val="0"/>
              </a:spcAft>
            </a:pPr>
            <a:r>
              <a:rPr lang="en-US"/>
              <a:t>Không chạy được trên macOS</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0" name="Shape 580"/>
        <p:cNvGrpSpPr/>
        <p:nvPr/>
      </p:nvGrpSpPr>
      <p:grpSpPr>
        <a:xfrm>
          <a:off x="0" y="0"/>
          <a:ext cx="0" cy="0"/>
          <a:chOff x="0" y="0"/>
          <a:chExt cx="0" cy="0"/>
        </a:xfrm>
      </p:grpSpPr>
      <p:sp>
        <p:nvSpPr>
          <p:cNvPr id="581" name="Google Shape;581;g124dc3920de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124dc3920de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Ưu điểm so với AWS</a:t>
            </a:r>
            <a:endParaRPr lang="en-US"/>
          </a:p>
          <a:p>
            <a:pPr marL="171450" lvl="0" indent="-171450" algn="l" rtl="0">
              <a:spcBef>
                <a:spcPts val="0"/>
              </a:spcBef>
              <a:spcAft>
                <a:spcPts val="0"/>
              </a:spcAft>
            </a:pPr>
            <a:r>
              <a:rPr lang="en-US" b="1"/>
              <a:t>Tích hợp với công cụ Google</a:t>
            </a:r>
            <a:r>
              <a:rPr lang="en-US"/>
              <a:t>: GCP tích hợp tốt với các dịch vụ của Google như Gmail, Google Drive, và Google Analytics, cung cấp sự thuận tiện cho việc quản lý và phát triển ứng dụng.</a:t>
            </a:r>
            <a:endParaRPr lang="en-US"/>
          </a:p>
          <a:p>
            <a:pPr marL="171450" lvl="0" indent="-171450" algn="l" rtl="0">
              <a:spcBef>
                <a:spcPts val="0"/>
              </a:spcBef>
              <a:spcAft>
                <a:spcPts val="0"/>
              </a:spcAft>
            </a:pPr>
            <a:r>
              <a:rPr lang="en-US" b="1"/>
              <a:t>Giá cả hợp lý:</a:t>
            </a:r>
            <a:r>
              <a:rPr lang="en-US"/>
              <a:t> GCP thường có giá cả cạnh tranh, đặc biệt là đối với các dự án lớn với lượng lớn người dùng.</a:t>
            </a:r>
            <a:endParaRPr lang="en-US"/>
          </a:p>
          <a:p>
            <a:pPr marL="171450" lvl="0" indent="-171450" algn="l" rtl="0">
              <a:spcBef>
                <a:spcPts val="0"/>
              </a:spcBef>
              <a:spcAft>
                <a:spcPts val="0"/>
              </a:spcAft>
            </a:pPr>
            <a:r>
              <a:rPr lang="en-US" b="1"/>
              <a:t>Sự linh hoạt của sản phẩm</a:t>
            </a:r>
            <a:r>
              <a:rPr lang="en-US"/>
              <a:t>: GCP cung cấp nhiều dịch vụ linh hoạt và các công cụ phát triển ứng dụng đa dạng.</a:t>
            </a:r>
            <a:endParaRPr lang="en-US"/>
          </a:p>
          <a:p>
            <a:pPr marL="171450" lvl="0" indent="-171450" algn="l" rtl="0">
              <a:spcBef>
                <a:spcPts val="0"/>
              </a:spcBef>
              <a:spcAft>
                <a:spcPts val="0"/>
              </a:spcAft>
            </a:pPr>
            <a:r>
              <a:rPr lang="en-US" b="1"/>
              <a:t>Hỗ trợ chuyển đổi số:</a:t>
            </a:r>
            <a:r>
              <a:rPr lang="en-US"/>
              <a:t> GCP cung cấp nhiều dịch vụ AI và machine learning mạnh mẽ, giúp các doanh nghiệp chuyển đổi số một cách hiệu quả.</a:t>
            </a:r>
            <a:endParaRPr lang="en-US"/>
          </a:p>
          <a:p>
            <a:pPr marL="0" lvl="0" indent="0" algn="l" rtl="0">
              <a:spcBef>
                <a:spcPts val="0"/>
              </a:spcBef>
              <a:spcAft>
                <a:spcPts val="0"/>
              </a:spcAft>
              <a:buNone/>
            </a:pPr>
            <a:r>
              <a:rPr lang="en-US"/>
              <a:t>Nhược điểm</a:t>
            </a:r>
            <a:endParaRPr lang="en-US"/>
          </a:p>
          <a:p>
            <a:pPr marL="171450" lvl="0" indent="-171450" algn="l" rtl="0">
              <a:spcBef>
                <a:spcPts val="0"/>
              </a:spcBef>
              <a:spcAft>
                <a:spcPts val="0"/>
              </a:spcAft>
            </a:pPr>
            <a:r>
              <a:rPr lang="en-US" b="1"/>
              <a:t>Quy mô lớn</a:t>
            </a:r>
            <a:r>
              <a:rPr lang="en-US"/>
              <a:t>: AWS có mạng lưới trung tâm dữ liệu rộng lớn trên toàn cầu, cung cấp tính sẵn sàng cao và khả năng mở rộng dễ dàng.</a:t>
            </a:r>
            <a:endParaRPr lang="en-US"/>
          </a:p>
          <a:p>
            <a:pPr marL="171450" lvl="0" indent="-171450" algn="l" rtl="0">
              <a:spcBef>
                <a:spcPts val="0"/>
              </a:spcBef>
              <a:spcAft>
                <a:spcPts val="0"/>
              </a:spcAft>
            </a:pPr>
            <a:r>
              <a:rPr lang="en-US" b="1"/>
              <a:t>dịch vụ ít hơn so với nền tảng khác như AWS:</a:t>
            </a:r>
            <a:r>
              <a:rPr lang="en-US"/>
              <a:t> AWS cung cấp hơn 200 dịch vụ khác nhau, từ máy chủ ảo đến dịch vụ AI và machine learning, đáp ứng mọi nhu cầu của doanh nghiệp.</a:t>
            </a:r>
            <a:endParaRPr lang="en-US"/>
          </a:p>
          <a:p>
            <a:pPr marL="171450" lvl="0" indent="-171450" algn="l" rtl="0">
              <a:spcBef>
                <a:spcPts val="0"/>
              </a:spcBef>
              <a:spcAft>
                <a:spcPts val="0"/>
              </a:spcAft>
            </a:pPr>
            <a:r>
              <a:rPr lang="en-US" b="1"/>
              <a:t>Rủi ro về dịch vụ của bên thứ ba</a:t>
            </a:r>
            <a:r>
              <a:rPr lang="en-US"/>
              <a:t>: Mặc dù GCP có một loạt các dịch vụ, nhưng một số dịch vụ có thể phụ thuộc vào các dịch vụ của bên thứ ba, dẫn đến nguy cơ rủi ro liên quan đến việc sử dụng các dịch vụ này.</a:t>
            </a:r>
            <a:endParaRPr lang="en-US"/>
          </a:p>
          <a:p>
            <a:pPr marL="0" lvl="0" indent="0" algn="l" rtl="0">
              <a:spcBef>
                <a:spcPts val="0"/>
              </a:spcBef>
              <a:spcAft>
                <a:spcPts val="0"/>
              </a:spcAft>
              <a:buNone/>
            </a:pPr>
            <a:endParaRPr lang="en-US"/>
          </a:p>
          <a:p>
            <a:pPr marL="0" lvl="0" indent="0" algn="l" rtl="0">
              <a:spcBef>
                <a:spcPts val="0"/>
              </a:spcBef>
              <a:spcAft>
                <a:spcPts val="0"/>
              </a:spcAft>
              <a:buNone/>
            </a:pPr>
            <a:r>
              <a:rPr lang="en-US"/>
              <a:t>AWS: RDS --- Cloud SQL nhưng không full option</a:t>
            </a:r>
            <a:endParaRPr lang="en-US"/>
          </a:p>
          <a:p>
            <a:pPr marL="0" lvl="0" indent="0" algn="l" rtl="0">
              <a:spcBef>
                <a:spcPts val="0"/>
              </a:spcBef>
              <a:spcAft>
                <a:spcPts val="0"/>
              </a:spcAft>
              <a:buNone/>
            </a:pPr>
            <a:r>
              <a:rPr lang="en-US"/>
              <a:t>Amazon DynamoDB --- Datastore (NoSQL) : không full option</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9" name="Shape 659"/>
        <p:cNvGrpSpPr/>
        <p:nvPr/>
      </p:nvGrpSpPr>
      <p:grpSpPr>
        <a:xfrm>
          <a:off x="0" y="0"/>
          <a:ext cx="0" cy="0"/>
          <a:chOff x="0" y="0"/>
          <a:chExt cx="0" cy="0"/>
        </a:xfrm>
      </p:grpSpPr>
      <p:sp>
        <p:nvSpPr>
          <p:cNvPr id="660" name="Google Shape;660;gead6129809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4" name="Shape 694"/>
        <p:cNvGrpSpPr/>
        <p:nvPr/>
      </p:nvGrpSpPr>
      <p:grpSpPr>
        <a:xfrm>
          <a:off x="0" y="0"/>
          <a:ext cx="0" cy="0"/>
          <a:chOff x="0" y="0"/>
          <a:chExt cx="0" cy="0"/>
        </a:xfrm>
      </p:grpSpPr>
      <p:sp>
        <p:nvSpPr>
          <p:cNvPr id="695" name="Google Shape;695;g124dc3920de_0_15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124dc3920de_0_15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8" name="Shape 728"/>
        <p:cNvGrpSpPr/>
        <p:nvPr/>
      </p:nvGrpSpPr>
      <p:grpSpPr>
        <a:xfrm>
          <a:off x="0" y="0"/>
          <a:ext cx="0" cy="0"/>
          <a:chOff x="0" y="0"/>
          <a:chExt cx="0" cy="0"/>
        </a:xfrm>
      </p:grpSpPr>
      <p:sp>
        <p:nvSpPr>
          <p:cNvPr id="729" name="Google Shape;729;g54dda1946d_6_3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0" name="Google Shape;730;g54dda1946d_6_3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MVC là viết tắt của Model-View-Controller, một mô hình phát triển phần mềm được sử dụng rộng rãi trong việc thiết kế các ứng dụng web và ứng dụng di động. Mô hình này chia ứng dụng thành ba phần chính:</a:t>
            </a:r>
          </a:p>
          <a:p>
            <a:pPr marL="0" lvl="0" indent="0" algn="l" rtl="0">
              <a:spcBef>
                <a:spcPts val="0"/>
              </a:spcBef>
              <a:spcAft>
                <a:spcPts val="0"/>
              </a:spcAft>
              <a:buNone/>
            </a:pPr>
          </a:p>
          <a:p>
            <a:pPr marL="171450" lvl="0" indent="-171450" algn="l" rtl="0">
              <a:spcBef>
                <a:spcPts val="0"/>
              </a:spcBef>
              <a:spcAft>
                <a:spcPts val="0"/>
              </a:spcAft>
            </a:pPr>
            <a:r>
              <a:rPr b="1"/>
              <a:t>Model: </a:t>
            </a:r>
            <a:r>
              <a:t>Đại diện cho dữ liệu và logic xử lý dữ liệu. Model thường bao gồm các lớp hoặc đối tượng để tương tác với cơ sở dữ liệu hoặc lưu trữ và thực hiện các tính toán và xử lý dữ liệu.</a:t>
            </a:r>
          </a:p>
          <a:p>
            <a:pPr marL="171450" lvl="0" indent="-171450" algn="l" rtl="0">
              <a:spcBef>
                <a:spcPts val="0"/>
              </a:spcBef>
              <a:spcAft>
                <a:spcPts val="0"/>
              </a:spcAft>
            </a:pPr>
            <a:r>
              <a:rPr b="1"/>
              <a:t>View:</a:t>
            </a:r>
            <a:r>
              <a:t> Đại diện cho giao diện người dùng (UI) của ứng dụng. View hiển thị dữ liệu từ model và gửi các sự kiện người dùng (như nhấn nút) đến controller để xử lý.</a:t>
            </a:r>
          </a:p>
          <a:p>
            <a:pPr marL="171450" lvl="0" indent="-171450" algn="l" rtl="0">
              <a:spcBef>
                <a:spcPts val="0"/>
              </a:spcBef>
              <a:spcAft>
                <a:spcPts val="0"/>
              </a:spcAft>
            </a:pPr>
            <a:r>
              <a:rPr b="1"/>
              <a:t>Controller:</a:t>
            </a:r>
            <a:r>
              <a:t> Là thành phần trung gian giữa model và view. Controller xử lý các yêu cầu từ người dùng (như URL hoặc các hoạt động người dùng trên giao diện), tương tác với model để lấy và cập nhật dữ liệu, và sau đó cập nhật view để hiển thị dữ liệu mới cho người dùng.</a:t>
            </a:r>
          </a:p>
          <a:p>
            <a:pPr marL="0" lvl="0" indent="0" algn="l" rtl="0">
              <a:spcBef>
                <a:spcPts val="0"/>
              </a:spcBef>
              <a:spcAft>
                <a:spcPts val="0"/>
              </a:spcAft>
              <a:buNone/>
            </a:pPr>
            <a:r>
              <a:t>Mô hình MVC tách biệt rõ ràng các lớp dữ liệu, giao diện người dùng và logic xử lý, giúp làm cho mã nguồn dễ dàng bảo trì, mở rộng và tái sử dụng.</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3" name="Shape 563"/>
        <p:cNvGrpSpPr/>
        <p:nvPr/>
      </p:nvGrpSpPr>
      <p:grpSpPr>
        <a:xfrm>
          <a:off x="0" y="0"/>
          <a:ext cx="0" cy="0"/>
          <a:chOff x="0" y="0"/>
          <a:chExt cx="0" cy="0"/>
        </a:xfrm>
      </p:grpSpPr>
      <p:sp>
        <p:nvSpPr>
          <p:cNvPr id="564" name="Google Shape;564;gead6129809_1_2174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ead6129809_1_2174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6" name="Shape 996"/>
        <p:cNvGrpSpPr/>
        <p:nvPr/>
      </p:nvGrpSpPr>
      <p:grpSpPr>
        <a:xfrm>
          <a:off x="0" y="0"/>
          <a:ext cx="0" cy="0"/>
          <a:chOff x="0" y="0"/>
          <a:chExt cx="0" cy="0"/>
        </a:xfrm>
      </p:grpSpPr>
      <p:sp>
        <p:nvSpPr>
          <p:cNvPr id="997" name="Google Shape;997;gead6129809_1_27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8" name="Google Shape;998;gead6129809_1_27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3" name="Shape 563"/>
        <p:cNvGrpSpPr/>
        <p:nvPr/>
      </p:nvGrpSpPr>
      <p:grpSpPr>
        <a:xfrm>
          <a:off x="0" y="0"/>
          <a:ext cx="0" cy="0"/>
          <a:chOff x="0" y="0"/>
          <a:chExt cx="0" cy="0"/>
        </a:xfrm>
      </p:grpSpPr>
      <p:sp>
        <p:nvSpPr>
          <p:cNvPr id="564" name="Google Shape;564;gead6129809_1_2174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ead6129809_1_2174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3" name="Shape 563"/>
        <p:cNvGrpSpPr/>
        <p:nvPr/>
      </p:nvGrpSpPr>
      <p:grpSpPr>
        <a:xfrm>
          <a:off x="0" y="0"/>
          <a:ext cx="0" cy="0"/>
          <a:chOff x="0" y="0"/>
          <a:chExt cx="0" cy="0"/>
        </a:xfrm>
      </p:grpSpPr>
      <p:sp>
        <p:nvSpPr>
          <p:cNvPr id="564" name="Google Shape;564;gead6129809_1_2174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ead6129809_1_2174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3" name="Shape 563"/>
        <p:cNvGrpSpPr/>
        <p:nvPr/>
      </p:nvGrpSpPr>
      <p:grpSpPr>
        <a:xfrm>
          <a:off x="0" y="0"/>
          <a:ext cx="0" cy="0"/>
          <a:chOff x="0" y="0"/>
          <a:chExt cx="0" cy="0"/>
        </a:xfrm>
      </p:grpSpPr>
      <p:sp>
        <p:nvSpPr>
          <p:cNvPr id="564" name="Google Shape;564;gead6129809_1_2174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5" name="Google Shape;565;gead6129809_1_2174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9" name="Shape 659"/>
        <p:cNvGrpSpPr/>
        <p:nvPr/>
      </p:nvGrpSpPr>
      <p:grpSpPr>
        <a:xfrm>
          <a:off x="0" y="0"/>
          <a:ext cx="0" cy="0"/>
          <a:chOff x="0" y="0"/>
          <a:chExt cx="0" cy="0"/>
        </a:xfrm>
      </p:grpSpPr>
      <p:sp>
        <p:nvSpPr>
          <p:cNvPr id="660" name="Google Shape;660;gead6129809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3" name="Shape 673"/>
        <p:cNvGrpSpPr/>
        <p:nvPr/>
      </p:nvGrpSpPr>
      <p:grpSpPr>
        <a:xfrm>
          <a:off x="0" y="0"/>
          <a:ext cx="0" cy="0"/>
          <a:chOff x="0" y="0"/>
          <a:chExt cx="0" cy="0"/>
        </a:xfrm>
      </p:grpSpPr>
      <p:sp>
        <p:nvSpPr>
          <p:cNvPr id="674" name="Google Shape;674;gead6129809_0_9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5" name="Google Shape;675;gead6129809_0_9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ead6129809_0_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ead6129809_0_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ead6129809_0_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ead6129809_0_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ead6129809_0_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ead6129809_0_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ead6129809_0_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ead6129809_0_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ead6129809_0_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ead6129809_0_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ead6129809_0_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ead6129809_0_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ead6129809_0_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ead6129809_0_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ead6129809_0_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ead6129809_0_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ead6129809_0_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ead6129809_0_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ead6129809_0_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ead6129809_0_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ead6129809_0_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ead6129809_0_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9" name="Shape 659"/>
        <p:cNvGrpSpPr/>
        <p:nvPr/>
      </p:nvGrpSpPr>
      <p:grpSpPr>
        <a:xfrm>
          <a:off x="0" y="0"/>
          <a:ext cx="0" cy="0"/>
          <a:chOff x="0" y="0"/>
          <a:chExt cx="0" cy="0"/>
        </a:xfrm>
      </p:grpSpPr>
      <p:sp>
        <p:nvSpPr>
          <p:cNvPr id="660" name="Google Shape;660;gead6129809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9" name="Shape 659"/>
        <p:cNvGrpSpPr/>
        <p:nvPr/>
      </p:nvGrpSpPr>
      <p:grpSpPr>
        <a:xfrm>
          <a:off x="0" y="0"/>
          <a:ext cx="0" cy="0"/>
          <a:chOff x="0" y="0"/>
          <a:chExt cx="0" cy="0"/>
        </a:xfrm>
      </p:grpSpPr>
      <p:sp>
        <p:nvSpPr>
          <p:cNvPr id="660" name="Google Shape;660;gead6129809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9" name="Shape 739"/>
        <p:cNvGrpSpPr/>
        <p:nvPr/>
      </p:nvGrpSpPr>
      <p:grpSpPr>
        <a:xfrm>
          <a:off x="0" y="0"/>
          <a:ext cx="0" cy="0"/>
          <a:chOff x="0" y="0"/>
          <a:chExt cx="0" cy="0"/>
        </a:xfrm>
      </p:grpSpPr>
      <p:sp>
        <p:nvSpPr>
          <p:cNvPr id="740" name="Google Shape;740;g124dc3920de_0_68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1" name="Google Shape;741;g124dc3920de_0_68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9" name="Shape 739"/>
        <p:cNvGrpSpPr/>
        <p:nvPr/>
      </p:nvGrpSpPr>
      <p:grpSpPr>
        <a:xfrm>
          <a:off x="0" y="0"/>
          <a:ext cx="0" cy="0"/>
          <a:chOff x="0" y="0"/>
          <a:chExt cx="0" cy="0"/>
        </a:xfrm>
      </p:grpSpPr>
      <p:sp>
        <p:nvSpPr>
          <p:cNvPr id="740" name="Google Shape;740;g124dc3920de_0_68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1" name="Google Shape;741;g124dc3920de_0_68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6" name="Shape 1556"/>
        <p:cNvGrpSpPr/>
        <p:nvPr/>
      </p:nvGrpSpPr>
      <p:grpSpPr>
        <a:xfrm>
          <a:off x="0" y="0"/>
          <a:ext cx="0" cy="0"/>
          <a:chOff x="0" y="0"/>
          <a:chExt cx="0" cy="0"/>
        </a:xfrm>
      </p:grpSpPr>
      <p:sp>
        <p:nvSpPr>
          <p:cNvPr id="1557" name="Google Shape;1557;gead6129809_0_38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8" name="Google Shape;1558;gead6129809_0_38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4" Type="http://schemas.openxmlformats.org/officeDocument/2006/relationships/hyperlink" Target="http://bit.ly/2TtBDfr" TargetMode="External"/><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8" name="Shape 8"/>
        <p:cNvGrpSpPr/>
        <p:nvPr/>
      </p:nvGrpSpPr>
      <p:grpSpPr>
        <a:xfrm>
          <a:off x="0" y="0"/>
          <a:ext cx="0" cy="0"/>
          <a:chOff x="0" y="0"/>
          <a:chExt cx="0" cy="0"/>
        </a:xfrm>
      </p:grpSpPr>
      <p:sp>
        <p:nvSpPr>
          <p:cNvPr id="9" name="Google Shape;9;p2"/>
          <p:cNvSpPr/>
          <p:nvPr/>
        </p:nvSpPr>
        <p:spPr>
          <a:xfrm rot="813319">
            <a:off x="-1616877" y="-34242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 name="Google Shape;10;p2"/>
          <p:cNvSpPr/>
          <p:nvPr/>
        </p:nvSpPr>
        <p:spPr>
          <a:xfrm rot="-649785" flipH="1">
            <a:off x="6475477" y="-7384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 name="Google Shape;11;p2"/>
          <p:cNvSpPr/>
          <p:nvPr/>
        </p:nvSpPr>
        <p:spPr>
          <a:xfrm>
            <a:off x="1125387" y="2238100"/>
            <a:ext cx="7471673" cy="477180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2;p2"/>
          <p:cNvSpPr/>
          <p:nvPr/>
        </p:nvSpPr>
        <p:spPr>
          <a:xfrm rot="8823147">
            <a:off x="-2265377" y="2808773"/>
            <a:ext cx="5990392" cy="5613180"/>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3;p2"/>
          <p:cNvSpPr/>
          <p:nvPr/>
        </p:nvSpPr>
        <p:spPr>
          <a:xfrm>
            <a:off x="6536238" y="-142500"/>
            <a:ext cx="4935815" cy="3769836"/>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 name="Google Shape;14;p2"/>
          <p:cNvSpPr/>
          <p:nvPr/>
        </p:nvSpPr>
        <p:spPr>
          <a:xfrm rot="649785">
            <a:off x="716152" y="44011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15;p2"/>
          <p:cNvSpPr/>
          <p:nvPr/>
        </p:nvSpPr>
        <p:spPr>
          <a:xfrm rot="1244193">
            <a:off x="4086917" y="-777268"/>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p2"/>
          <p:cNvSpPr/>
          <p:nvPr/>
        </p:nvSpPr>
        <p:spPr>
          <a:xfrm rot="-9555807">
            <a:off x="-6119383" y="2297294"/>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17;p2"/>
          <p:cNvSpPr txBox="1"/>
          <p:nvPr>
            <p:ph type="ctrTitle"/>
          </p:nvPr>
        </p:nvSpPr>
        <p:spPr>
          <a:xfrm>
            <a:off x="723150" y="1494200"/>
            <a:ext cx="7697700" cy="1598100"/>
          </a:xfrm>
          <a:prstGeom prst="rect">
            <a:avLst/>
          </a:prstGeom>
        </p:spPr>
        <p:txBody>
          <a:bodyPr spcFirstLastPara="1" wrap="square" lIns="91425" tIns="91425" rIns="91425" bIns="91425" anchor="ctr" anchorCtr="0">
            <a:noAutofit/>
          </a:bodyPr>
          <a:lstStyle>
            <a:lvl1pPr lvl="0" rtl="0">
              <a:lnSpc>
                <a:spcPct val="90000"/>
              </a:lnSpc>
              <a:spcBef>
                <a:spcPts val="0"/>
              </a:spcBef>
              <a:spcAft>
                <a:spcPts val="0"/>
              </a:spcAft>
              <a:buSzPts val="5200"/>
              <a:buNone/>
              <a:defRPr sz="6600">
                <a:latin typeface="Kulim Park SemiBold"/>
                <a:ea typeface="Kulim Park SemiBold"/>
                <a:cs typeface="Kulim Park SemiBold"/>
                <a:sym typeface="Kulim Park SemiBold"/>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p:txBody>
      </p:sp>
      <p:sp>
        <p:nvSpPr>
          <p:cNvPr id="18" name="Google Shape;18;p2"/>
          <p:cNvSpPr txBox="1"/>
          <p:nvPr>
            <p:ph type="subTitle" idx="1"/>
          </p:nvPr>
        </p:nvSpPr>
        <p:spPr>
          <a:xfrm>
            <a:off x="1962550" y="3100575"/>
            <a:ext cx="5218500" cy="5487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atin typeface="Manrope"/>
                <a:ea typeface="Manrope"/>
                <a:cs typeface="Manrope"/>
                <a:sym typeface="Manrop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9" name="Shape 19"/>
        <p:cNvGrpSpPr/>
        <p:nvPr/>
      </p:nvGrpSpPr>
      <p:grpSpPr>
        <a:xfrm>
          <a:off x="0" y="0"/>
          <a:ext cx="0" cy="0"/>
          <a:chOff x="0" y="0"/>
          <a:chExt cx="0" cy="0"/>
        </a:xfrm>
      </p:grpSpPr>
      <p:sp>
        <p:nvSpPr>
          <p:cNvPr id="20" name="Google Shape;20;p3"/>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 name="Google Shape;21;p3"/>
          <p:cNvSpPr/>
          <p:nvPr/>
        </p:nvSpPr>
        <p:spPr>
          <a:xfrm flipH="1">
            <a:off x="6818628" y="25866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 name="Google Shape;22;p3"/>
          <p:cNvSpPr/>
          <p:nvPr/>
        </p:nvSpPr>
        <p:spPr>
          <a:xfrm rot="9748587" flipH="1">
            <a:off x="5601527" y="2021265"/>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23;p3"/>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24;p3"/>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25;p3"/>
          <p:cNvSpPr txBox="1"/>
          <p:nvPr>
            <p:ph type="title"/>
          </p:nvPr>
        </p:nvSpPr>
        <p:spPr>
          <a:xfrm>
            <a:off x="716550" y="1929275"/>
            <a:ext cx="3855600" cy="16101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6" name="Google Shape;26;p3"/>
          <p:cNvSpPr txBox="1"/>
          <p:nvPr>
            <p:ph type="title" idx="2" hasCustomPrompt="1"/>
          </p:nvPr>
        </p:nvSpPr>
        <p:spPr>
          <a:xfrm>
            <a:off x="723300" y="845239"/>
            <a:ext cx="1498200" cy="11235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6000"/>
              <a:buNone/>
              <a:defRPr sz="7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7" name="Google Shape;27;p3"/>
          <p:cNvSpPr txBox="1"/>
          <p:nvPr>
            <p:ph type="subTitle" idx="1"/>
          </p:nvPr>
        </p:nvSpPr>
        <p:spPr>
          <a:xfrm>
            <a:off x="716550" y="3578839"/>
            <a:ext cx="2752500" cy="7194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28" name="Google Shape;28;p3"/>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29" name="Shape 29"/>
        <p:cNvGrpSpPr/>
        <p:nvPr/>
      </p:nvGrpSpPr>
      <p:grpSpPr>
        <a:xfrm>
          <a:off x="0" y="0"/>
          <a:ext cx="0" cy="0"/>
          <a:chOff x="0" y="0"/>
          <a:chExt cx="0" cy="0"/>
        </a:xfrm>
      </p:grpSpPr>
      <p:sp>
        <p:nvSpPr>
          <p:cNvPr id="30" name="Google Shape;30;p4"/>
          <p:cNvSpPr/>
          <p:nvPr/>
        </p:nvSpPr>
        <p:spPr>
          <a:xfrm rot="813319">
            <a:off x="-704002" y="2342077"/>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31;p4"/>
          <p:cNvSpPr/>
          <p:nvPr/>
        </p:nvSpPr>
        <p:spPr>
          <a:xfrm rot="-5553048">
            <a:off x="-3421688" y="1600648"/>
            <a:ext cx="5990367" cy="5613156"/>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rgbClr val="AC9078">
              <a:alpha val="7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32;p4"/>
          <p:cNvSpPr/>
          <p:nvPr/>
        </p:nvSpPr>
        <p:spPr>
          <a:xfrm rot="-1460553" flipH="1">
            <a:off x="6702382" y="-661835"/>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33;p4"/>
          <p:cNvSpPr/>
          <p:nvPr/>
        </p:nvSpPr>
        <p:spPr>
          <a:xfrm rot="3657786">
            <a:off x="7243056" y="893138"/>
            <a:ext cx="4558957" cy="1365879"/>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34;p4"/>
          <p:cNvSpPr/>
          <p:nvPr/>
        </p:nvSpPr>
        <p:spPr>
          <a:xfrm rot="3624623">
            <a:off x="5761668" y="608449"/>
            <a:ext cx="7826028" cy="287783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35;p4"/>
          <p:cNvSpPr txBox="1"/>
          <p:nvPr>
            <p:ph type="title"/>
          </p:nvPr>
        </p:nvSpPr>
        <p:spPr>
          <a:xfrm>
            <a:off x="720000" y="437700"/>
            <a:ext cx="77028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6" name="Google Shape;36;p4"/>
          <p:cNvSpPr txBox="1"/>
          <p:nvPr>
            <p:ph type="body" idx="1"/>
          </p:nvPr>
        </p:nvSpPr>
        <p:spPr>
          <a:xfrm>
            <a:off x="720000" y="1095450"/>
            <a:ext cx="7702800" cy="3610800"/>
          </a:xfrm>
          <a:prstGeom prst="rect">
            <a:avLst/>
          </a:prstGeom>
          <a:noFill/>
          <a:ln>
            <a:noFill/>
          </a:ln>
        </p:spPr>
        <p:txBody>
          <a:bodyPr spcFirstLastPara="1" wrap="square" lIns="91425" tIns="91425" rIns="91425" bIns="91425" anchor="b" anchorCtr="0">
            <a:noAutofit/>
          </a:bodyPr>
          <a:lstStyle>
            <a:lvl1pPr marL="457200" lvl="0" indent="-330200" rtl="0">
              <a:lnSpc>
                <a:spcPct val="100000"/>
              </a:lnSpc>
              <a:spcBef>
                <a:spcPts val="0"/>
              </a:spcBef>
              <a:spcAft>
                <a:spcPts val="0"/>
              </a:spcAft>
              <a:buSzPts val="1600"/>
              <a:buChar char="●"/>
              <a:defRPr sz="1250">
                <a:latin typeface="Manrope"/>
                <a:ea typeface="Manrope"/>
                <a:cs typeface="Manrope"/>
                <a:sym typeface="Manrope"/>
              </a:defRPr>
            </a:lvl1pPr>
            <a:lvl2pPr marL="914400" lvl="1" indent="-330200" rtl="0">
              <a:lnSpc>
                <a:spcPct val="100000"/>
              </a:lnSpc>
              <a:spcBef>
                <a:spcPts val="0"/>
              </a:spcBef>
              <a:spcAft>
                <a:spcPts val="0"/>
              </a:spcAft>
              <a:buSzPts val="1600"/>
              <a:buChar char="○"/>
              <a:defRPr/>
            </a:lvl2pPr>
            <a:lvl3pPr marL="1371600" lvl="2" indent="-330200" rtl="0">
              <a:lnSpc>
                <a:spcPct val="100000"/>
              </a:lnSpc>
              <a:spcBef>
                <a:spcPts val="0"/>
              </a:spcBef>
              <a:spcAft>
                <a:spcPts val="0"/>
              </a:spcAft>
              <a:buSzPts val="1600"/>
              <a:buChar char="■"/>
              <a:defRPr/>
            </a:lvl3pPr>
            <a:lvl4pPr marL="1828800" lvl="3" indent="-330200" rtl="0">
              <a:lnSpc>
                <a:spcPct val="100000"/>
              </a:lnSpc>
              <a:spcBef>
                <a:spcPts val="0"/>
              </a:spcBef>
              <a:spcAft>
                <a:spcPts val="0"/>
              </a:spcAft>
              <a:buSzPts val="1600"/>
              <a:buChar char="●"/>
              <a:defRPr/>
            </a:lvl4pPr>
            <a:lvl5pPr marL="2286000" lvl="4" indent="-330200" rtl="0">
              <a:lnSpc>
                <a:spcPct val="100000"/>
              </a:lnSpc>
              <a:spcBef>
                <a:spcPts val="0"/>
              </a:spcBef>
              <a:spcAft>
                <a:spcPts val="0"/>
              </a:spcAft>
              <a:buSzPts val="1600"/>
              <a:buChar char="○"/>
              <a:defRPr/>
            </a:lvl5pPr>
            <a:lvl6pPr marL="2743200" lvl="5" indent="-330200" rtl="0">
              <a:lnSpc>
                <a:spcPct val="100000"/>
              </a:lnSpc>
              <a:spcBef>
                <a:spcPts val="0"/>
              </a:spcBef>
              <a:spcAft>
                <a:spcPts val="0"/>
              </a:spcAft>
              <a:buSzPts val="1600"/>
              <a:buChar char="■"/>
              <a:defRPr/>
            </a:lvl6pPr>
            <a:lvl7pPr marL="3200400" lvl="6" indent="-330200" rtl="0">
              <a:lnSpc>
                <a:spcPct val="100000"/>
              </a:lnSpc>
              <a:spcBef>
                <a:spcPts val="0"/>
              </a:spcBef>
              <a:spcAft>
                <a:spcPts val="0"/>
              </a:spcAft>
              <a:buSzPts val="1600"/>
              <a:buChar char="●"/>
              <a:defRPr/>
            </a:lvl7pPr>
            <a:lvl8pPr marL="3657600" lvl="7" indent="-330200" rtl="0">
              <a:lnSpc>
                <a:spcPct val="100000"/>
              </a:lnSpc>
              <a:spcBef>
                <a:spcPts val="0"/>
              </a:spcBef>
              <a:spcAft>
                <a:spcPts val="0"/>
              </a:spcAft>
              <a:buSzPts val="1600"/>
              <a:buChar char="○"/>
              <a:defRPr/>
            </a:lvl8pPr>
            <a:lvl9pPr marL="4114800" lvl="8" indent="-330200" rtl="0">
              <a:lnSpc>
                <a:spcPct val="100000"/>
              </a:lnSpc>
              <a:spcBef>
                <a:spcPts val="0"/>
              </a:spcBef>
              <a:spcAft>
                <a:spcPts val="0"/>
              </a:spcAft>
              <a:buSzPts val="16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37" name="Shape 37"/>
        <p:cNvGrpSpPr/>
        <p:nvPr/>
      </p:nvGrpSpPr>
      <p:grpSpPr>
        <a:xfrm>
          <a:off x="0" y="0"/>
          <a:ext cx="0" cy="0"/>
          <a:chOff x="0" y="0"/>
          <a:chExt cx="0" cy="0"/>
        </a:xfrm>
      </p:grpSpPr>
      <p:sp>
        <p:nvSpPr>
          <p:cNvPr id="38" name="Google Shape;38;p5"/>
          <p:cNvSpPr/>
          <p:nvPr/>
        </p:nvSpPr>
        <p:spPr>
          <a:xfrm>
            <a:off x="-4528356"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 name="Google Shape;39;p5"/>
          <p:cNvSpPr/>
          <p:nvPr/>
        </p:nvSpPr>
        <p:spPr>
          <a:xfrm rot="-9405665" flipH="1">
            <a:off x="6846081" y="1281156"/>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 name="Google Shape;40;p5"/>
          <p:cNvSpPr/>
          <p:nvPr/>
        </p:nvSpPr>
        <p:spPr>
          <a:xfrm rot="1478505" flipH="1">
            <a:off x="3709533"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 name="Google Shape;41;p5"/>
          <p:cNvSpPr txBox="1"/>
          <p:nvPr>
            <p:ph type="title"/>
          </p:nvPr>
        </p:nvSpPr>
        <p:spPr>
          <a:xfrm flipH="1">
            <a:off x="720000" y="438912"/>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2" name="Google Shape;42;p5"/>
          <p:cNvSpPr txBox="1"/>
          <p:nvPr>
            <p:ph type="title" idx="2"/>
          </p:nvPr>
        </p:nvSpPr>
        <p:spPr>
          <a:xfrm>
            <a:off x="4789925" y="3371526"/>
            <a:ext cx="23253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43" name="Google Shape;43;p5"/>
          <p:cNvSpPr txBox="1"/>
          <p:nvPr>
            <p:ph type="subTitle" idx="1"/>
          </p:nvPr>
        </p:nvSpPr>
        <p:spPr>
          <a:xfrm>
            <a:off x="4789950" y="3879601"/>
            <a:ext cx="2325300" cy="623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44" name="Google Shape;44;p5"/>
          <p:cNvSpPr txBox="1"/>
          <p:nvPr>
            <p:ph type="title" idx="3"/>
          </p:nvPr>
        </p:nvSpPr>
        <p:spPr>
          <a:xfrm>
            <a:off x="2028750" y="3371526"/>
            <a:ext cx="23253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45" name="Google Shape;45;p5"/>
          <p:cNvSpPr txBox="1"/>
          <p:nvPr>
            <p:ph type="subTitle" idx="4"/>
          </p:nvPr>
        </p:nvSpPr>
        <p:spPr>
          <a:xfrm>
            <a:off x="2028775" y="3879601"/>
            <a:ext cx="2325300" cy="623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46" name="Google Shape;46;p5"/>
          <p:cNvSpPr/>
          <p:nvPr/>
        </p:nvSpPr>
        <p:spPr>
          <a:xfrm rot="9524149" flipH="1">
            <a:off x="-6659422" y="-2925302"/>
            <a:ext cx="9471569" cy="60490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 name="Google Shape;47;p5"/>
          <p:cNvSpPr/>
          <p:nvPr/>
        </p:nvSpPr>
        <p:spPr>
          <a:xfrm rot="-9555841">
            <a:off x="-6785773"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8" name="Shape 48"/>
        <p:cNvGrpSpPr/>
        <p:nvPr/>
      </p:nvGrpSpPr>
      <p:grpSpPr>
        <a:xfrm>
          <a:off x="0" y="0"/>
          <a:ext cx="0" cy="0"/>
          <a:chOff x="0" y="0"/>
          <a:chExt cx="0" cy="0"/>
        </a:xfrm>
      </p:grpSpPr>
      <p:sp>
        <p:nvSpPr>
          <p:cNvPr id="49" name="Google Shape;49;p6"/>
          <p:cNvSpPr/>
          <p:nvPr/>
        </p:nvSpPr>
        <p:spPr>
          <a:xfrm rot="3394465" flipH="1">
            <a:off x="3077084"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50;p6"/>
          <p:cNvSpPr/>
          <p:nvPr/>
        </p:nvSpPr>
        <p:spPr>
          <a:xfrm>
            <a:off x="5867027"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51;p6"/>
          <p:cNvSpPr/>
          <p:nvPr/>
        </p:nvSpPr>
        <p:spPr>
          <a:xfrm rot="3952094">
            <a:off x="4978836" y="-32116"/>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 name="Google Shape;52;p6"/>
          <p:cNvSpPr/>
          <p:nvPr/>
        </p:nvSpPr>
        <p:spPr>
          <a:xfrm rot="-649760" flipH="1">
            <a:off x="7075142"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 name="Google Shape;53;p6"/>
          <p:cNvSpPr/>
          <p:nvPr/>
        </p:nvSpPr>
        <p:spPr>
          <a:xfrm rot="813319">
            <a:off x="-2477752"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54;p6"/>
          <p:cNvSpPr/>
          <p:nvPr/>
        </p:nvSpPr>
        <p:spPr>
          <a:xfrm rot="-10285603">
            <a:off x="-4701904"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55;p6"/>
          <p:cNvSpPr/>
          <p:nvPr/>
        </p:nvSpPr>
        <p:spPr>
          <a:xfrm rot="-7426355">
            <a:off x="-555754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 name="Google Shape;56;p6"/>
          <p:cNvSpPr txBox="1"/>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57" name="Shape 57"/>
        <p:cNvGrpSpPr/>
        <p:nvPr/>
      </p:nvGrpSpPr>
      <p:grpSpPr>
        <a:xfrm>
          <a:off x="0" y="0"/>
          <a:ext cx="0" cy="0"/>
          <a:chOff x="0" y="0"/>
          <a:chExt cx="0" cy="0"/>
        </a:xfrm>
      </p:grpSpPr>
      <p:sp>
        <p:nvSpPr>
          <p:cNvPr id="58" name="Google Shape;58;p7"/>
          <p:cNvSpPr/>
          <p:nvPr/>
        </p:nvSpPr>
        <p:spPr>
          <a:xfrm rot="3394465" flipH="1">
            <a:off x="5041484" y="22860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59;p7"/>
          <p:cNvSpPr/>
          <p:nvPr/>
        </p:nvSpPr>
        <p:spPr>
          <a:xfrm rot="-10285603">
            <a:off x="7150321" y="-22663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 name="Google Shape;60;p7"/>
          <p:cNvSpPr/>
          <p:nvPr/>
        </p:nvSpPr>
        <p:spPr>
          <a:xfrm rot="955394" flipH="1">
            <a:off x="1460861" y="-2197712"/>
            <a:ext cx="7826028" cy="287783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 name="Google Shape;61;p7"/>
          <p:cNvSpPr txBox="1"/>
          <p:nvPr>
            <p:ph type="body" idx="1"/>
          </p:nvPr>
        </p:nvSpPr>
        <p:spPr>
          <a:xfrm>
            <a:off x="4572000" y="1369325"/>
            <a:ext cx="3850500" cy="3332700"/>
          </a:xfrm>
          <a:prstGeom prst="rect">
            <a:avLst/>
          </a:prstGeom>
        </p:spPr>
        <p:txBody>
          <a:bodyPr spcFirstLastPara="1" wrap="square" lIns="91425" tIns="91425" rIns="91425" bIns="91425" anchor="ctr" anchorCtr="0">
            <a:noAutofit/>
          </a:bodyPr>
          <a:lstStyle>
            <a:lvl1pPr marL="457200" lvl="0" indent="-330200" rtl="0">
              <a:lnSpc>
                <a:spcPct val="100000"/>
              </a:lnSpc>
              <a:spcBef>
                <a:spcPts val="0"/>
              </a:spcBef>
              <a:spcAft>
                <a:spcPts val="0"/>
              </a:spcAft>
              <a:buSzPts val="1600"/>
              <a:buFont typeface="Nunito Light"/>
              <a:buChar char="●"/>
              <a:defRPr sz="1400"/>
            </a:lvl1pPr>
            <a:lvl2pPr marL="914400" lvl="1" indent="-330200" rtl="0">
              <a:lnSpc>
                <a:spcPct val="100000"/>
              </a:lnSpc>
              <a:spcBef>
                <a:spcPts val="0"/>
              </a:spcBef>
              <a:spcAft>
                <a:spcPts val="0"/>
              </a:spcAft>
              <a:buSzPts val="1600"/>
              <a:buFont typeface="Nunito Light"/>
              <a:buChar char="○"/>
              <a:defRPr/>
            </a:lvl2pPr>
            <a:lvl3pPr marL="1371600" lvl="2" indent="-323850" rtl="0">
              <a:lnSpc>
                <a:spcPct val="100000"/>
              </a:lnSpc>
              <a:spcBef>
                <a:spcPts val="1600"/>
              </a:spcBef>
              <a:spcAft>
                <a:spcPts val="0"/>
              </a:spcAft>
              <a:buSzPts val="1500"/>
              <a:buFont typeface="Nunito Light"/>
              <a:buChar char="■"/>
              <a:defRPr/>
            </a:lvl3pPr>
            <a:lvl4pPr marL="1828800" lvl="3" indent="-323850" rtl="0">
              <a:lnSpc>
                <a:spcPct val="100000"/>
              </a:lnSpc>
              <a:spcBef>
                <a:spcPts val="1600"/>
              </a:spcBef>
              <a:spcAft>
                <a:spcPts val="0"/>
              </a:spcAft>
              <a:buSzPts val="1500"/>
              <a:buFont typeface="Nunito Light"/>
              <a:buChar char="●"/>
              <a:defRPr/>
            </a:lvl4pPr>
            <a:lvl5pPr marL="2286000" lvl="4" indent="-330200" rtl="0">
              <a:lnSpc>
                <a:spcPct val="100000"/>
              </a:lnSpc>
              <a:spcBef>
                <a:spcPts val="1600"/>
              </a:spcBef>
              <a:spcAft>
                <a:spcPts val="0"/>
              </a:spcAft>
              <a:buSzPts val="1600"/>
              <a:buFont typeface="Nunito Light"/>
              <a:buChar char="○"/>
              <a:defRPr/>
            </a:lvl5pPr>
            <a:lvl6pPr marL="2743200" lvl="5" indent="-330200" rtl="0">
              <a:lnSpc>
                <a:spcPct val="100000"/>
              </a:lnSpc>
              <a:spcBef>
                <a:spcPts val="1600"/>
              </a:spcBef>
              <a:spcAft>
                <a:spcPts val="0"/>
              </a:spcAft>
              <a:buSzPts val="1600"/>
              <a:buFont typeface="Nunito Light"/>
              <a:buChar char="■"/>
              <a:defRPr/>
            </a:lvl6pPr>
            <a:lvl7pPr marL="3200400" lvl="6" indent="-311150" rtl="0">
              <a:lnSpc>
                <a:spcPct val="100000"/>
              </a:lnSpc>
              <a:spcBef>
                <a:spcPts val="1600"/>
              </a:spcBef>
              <a:spcAft>
                <a:spcPts val="0"/>
              </a:spcAft>
              <a:buSzPts val="1300"/>
              <a:buFont typeface="Nunito Light"/>
              <a:buChar char="●"/>
              <a:defRPr/>
            </a:lvl7pPr>
            <a:lvl8pPr marL="3657600" lvl="7" indent="-311150" rtl="0">
              <a:lnSpc>
                <a:spcPct val="100000"/>
              </a:lnSpc>
              <a:spcBef>
                <a:spcPts val="1600"/>
              </a:spcBef>
              <a:spcAft>
                <a:spcPts val="0"/>
              </a:spcAft>
              <a:buSzPts val="1300"/>
              <a:buFont typeface="Nunito Light"/>
              <a:buChar char="○"/>
              <a:defRPr/>
            </a:lvl8pPr>
            <a:lvl9pPr marL="4114800" lvl="8" indent="-330200" rtl="0">
              <a:lnSpc>
                <a:spcPct val="100000"/>
              </a:lnSpc>
              <a:spcBef>
                <a:spcPts val="1600"/>
              </a:spcBef>
              <a:spcAft>
                <a:spcPts val="1600"/>
              </a:spcAft>
              <a:buSzPts val="1600"/>
              <a:buFont typeface="Nunito Light"/>
              <a:buChar char="■"/>
              <a:defRPr/>
            </a:lvl9pPr>
          </a:lstStyle>
          <a:p/>
        </p:txBody>
      </p:sp>
      <p:sp>
        <p:nvSpPr>
          <p:cNvPr id="62" name="Google Shape;62;p7"/>
          <p:cNvSpPr txBox="1"/>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63" name="Shape 63"/>
        <p:cNvGrpSpPr/>
        <p:nvPr/>
      </p:nvGrpSpPr>
      <p:grpSpPr>
        <a:xfrm>
          <a:off x="0" y="0"/>
          <a:ext cx="0" cy="0"/>
          <a:chOff x="0" y="0"/>
          <a:chExt cx="0" cy="0"/>
        </a:xfrm>
      </p:grpSpPr>
      <p:sp>
        <p:nvSpPr>
          <p:cNvPr id="64" name="Google Shape;64;p8"/>
          <p:cNvSpPr/>
          <p:nvPr/>
        </p:nvSpPr>
        <p:spPr>
          <a:xfrm rot="-813319" flipH="1">
            <a:off x="4432698" y="-34242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 name="Google Shape;65;p8"/>
          <p:cNvSpPr/>
          <p:nvPr/>
        </p:nvSpPr>
        <p:spPr>
          <a:xfrm rot="649785">
            <a:off x="-1816445" y="-7384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66;p8"/>
          <p:cNvSpPr/>
          <p:nvPr/>
        </p:nvSpPr>
        <p:spPr>
          <a:xfrm flipH="1">
            <a:off x="620870" y="2238100"/>
            <a:ext cx="7471673" cy="477180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67;p8"/>
          <p:cNvSpPr/>
          <p:nvPr/>
        </p:nvSpPr>
        <p:spPr>
          <a:xfrm rot="-8823147" flipH="1">
            <a:off x="5492915" y="2808773"/>
            <a:ext cx="5990392" cy="5613180"/>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 name="Google Shape;68;p8"/>
          <p:cNvSpPr/>
          <p:nvPr/>
        </p:nvSpPr>
        <p:spPr>
          <a:xfrm flipH="1">
            <a:off x="-2254122" y="-142500"/>
            <a:ext cx="4935815" cy="3769836"/>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 name="Google Shape;69;p8"/>
          <p:cNvSpPr/>
          <p:nvPr/>
        </p:nvSpPr>
        <p:spPr>
          <a:xfrm rot="-649785" flipH="1">
            <a:off x="3942880" y="44011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 name="Google Shape;70;p8"/>
          <p:cNvSpPr/>
          <p:nvPr/>
        </p:nvSpPr>
        <p:spPr>
          <a:xfrm rot="-1244193" flipH="1">
            <a:off x="-2695083" y="-777268"/>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 name="Google Shape;71;p8"/>
          <p:cNvSpPr/>
          <p:nvPr/>
        </p:nvSpPr>
        <p:spPr>
          <a:xfrm rot="9555807" flipH="1">
            <a:off x="7511217" y="2297294"/>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 name="Google Shape;72;p8"/>
          <p:cNvSpPr txBox="1"/>
          <p:nvPr>
            <p:ph type="title"/>
          </p:nvPr>
        </p:nvSpPr>
        <p:spPr>
          <a:xfrm>
            <a:off x="1796850" y="1301800"/>
            <a:ext cx="5550300" cy="25398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4800"/>
              <a:buNone/>
              <a:defRPr sz="8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73" name="Shape 73"/>
        <p:cNvGrpSpPr/>
        <p:nvPr/>
      </p:nvGrpSpPr>
      <p:grpSpPr>
        <a:xfrm>
          <a:off x="0" y="0"/>
          <a:ext cx="0" cy="0"/>
          <a:chOff x="0" y="0"/>
          <a:chExt cx="0" cy="0"/>
        </a:xfrm>
      </p:grpSpPr>
      <p:sp>
        <p:nvSpPr>
          <p:cNvPr id="74" name="Google Shape;74;p9"/>
          <p:cNvSpPr/>
          <p:nvPr/>
        </p:nvSpPr>
        <p:spPr>
          <a:xfrm rot="813319">
            <a:off x="-2477752"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 name="Google Shape;75;p9"/>
          <p:cNvSpPr/>
          <p:nvPr/>
        </p:nvSpPr>
        <p:spPr>
          <a:xfrm rot="3394465" flipH="1">
            <a:off x="3077084"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 name="Google Shape;76;p9"/>
          <p:cNvSpPr/>
          <p:nvPr/>
        </p:nvSpPr>
        <p:spPr>
          <a:xfrm>
            <a:off x="5867027"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 name="Google Shape;77;p9"/>
          <p:cNvSpPr/>
          <p:nvPr/>
        </p:nvSpPr>
        <p:spPr>
          <a:xfrm rot="3406877">
            <a:off x="3098060" y="-32126"/>
            <a:ext cx="7826090" cy="287785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 name="Google Shape;78;p9"/>
          <p:cNvSpPr/>
          <p:nvPr/>
        </p:nvSpPr>
        <p:spPr>
          <a:xfrm rot="-649760" flipH="1">
            <a:off x="7075142"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 name="Google Shape;79;p9"/>
          <p:cNvSpPr/>
          <p:nvPr/>
        </p:nvSpPr>
        <p:spPr>
          <a:xfrm rot="-10285603">
            <a:off x="-4701904"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 name="Google Shape;80;p9"/>
          <p:cNvSpPr/>
          <p:nvPr/>
        </p:nvSpPr>
        <p:spPr>
          <a:xfrm rot="-7426355">
            <a:off x="-555754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 name="Google Shape;81;p9"/>
          <p:cNvSpPr txBox="1"/>
          <p:nvPr>
            <p:ph type="title"/>
          </p:nvPr>
        </p:nvSpPr>
        <p:spPr>
          <a:xfrm>
            <a:off x="723300" y="1383125"/>
            <a:ext cx="4510500" cy="9219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800"/>
              <a:buNone/>
              <a:defRPr sz="5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2" name="Google Shape;82;p9"/>
          <p:cNvSpPr txBox="1"/>
          <p:nvPr>
            <p:ph type="subTitle" idx="1"/>
          </p:nvPr>
        </p:nvSpPr>
        <p:spPr>
          <a:xfrm>
            <a:off x="723300" y="2328475"/>
            <a:ext cx="4359900" cy="14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83" name="Shape 83"/>
        <p:cNvGrpSpPr/>
        <p:nvPr/>
      </p:nvGrpSpPr>
      <p:grpSpPr>
        <a:xfrm>
          <a:off x="0" y="0"/>
          <a:ext cx="0" cy="0"/>
          <a:chOff x="0" y="0"/>
          <a:chExt cx="0" cy="0"/>
        </a:xfrm>
      </p:grpSpPr>
      <p:sp>
        <p:nvSpPr>
          <p:cNvPr id="84" name="Google Shape;84;p10"/>
          <p:cNvSpPr/>
          <p:nvPr>
            <p:ph type="pic" idx="2"/>
          </p:nvPr>
        </p:nvSpPr>
        <p:spPr>
          <a:xfrm>
            <a:off x="0" y="0"/>
            <a:ext cx="9144000" cy="5143500"/>
          </a:xfrm>
          <a:prstGeom prst="rect">
            <a:avLst/>
          </a:prstGeom>
          <a:noFill/>
          <a:ln>
            <a:noFill/>
          </a:ln>
        </p:spPr>
      </p:sp>
      <p:sp>
        <p:nvSpPr>
          <p:cNvPr id="85" name="Google Shape;85;p10"/>
          <p:cNvSpPr txBox="1"/>
          <p:nvPr>
            <p:ph type="title"/>
          </p:nvPr>
        </p:nvSpPr>
        <p:spPr>
          <a:xfrm>
            <a:off x="723300" y="1315950"/>
            <a:ext cx="2771700" cy="251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sz="36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86" name="Shape 86"/>
        <p:cNvGrpSpPr/>
        <p:nvPr/>
      </p:nvGrpSpPr>
      <p:grpSpPr>
        <a:xfrm>
          <a:off x="0" y="0"/>
          <a:ext cx="0" cy="0"/>
          <a:chOff x="0" y="0"/>
          <a:chExt cx="0" cy="0"/>
        </a:xfrm>
      </p:grpSpPr>
      <p:sp>
        <p:nvSpPr>
          <p:cNvPr id="87" name="Google Shape;87;p11"/>
          <p:cNvSpPr/>
          <p:nvPr/>
        </p:nvSpPr>
        <p:spPr>
          <a:xfrm rot="-10285629">
            <a:off x="5066449" y="-212437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 name="Google Shape;88;p11"/>
          <p:cNvSpPr/>
          <p:nvPr/>
        </p:nvSpPr>
        <p:spPr>
          <a:xfrm flipH="1">
            <a:off x="7942003"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 name="Google Shape;89;p11"/>
          <p:cNvSpPr/>
          <p:nvPr/>
        </p:nvSpPr>
        <p:spPr>
          <a:xfrm rot="2839443">
            <a:off x="-308418" y="2442034"/>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 name="Google Shape;90;p11"/>
          <p:cNvSpPr/>
          <p:nvPr/>
        </p:nvSpPr>
        <p:spPr>
          <a:xfrm rot="9405665">
            <a:off x="-4305365" y="1281181"/>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 name="Google Shape;91;p11"/>
          <p:cNvSpPr/>
          <p:nvPr/>
        </p:nvSpPr>
        <p:spPr>
          <a:xfrm rot="-1478505">
            <a:off x="-2334601"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 name="Google Shape;92;p11"/>
          <p:cNvSpPr/>
          <p:nvPr/>
        </p:nvSpPr>
        <p:spPr>
          <a:xfrm rot="9555841" flipH="1">
            <a:off x="7023452"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 name="Google Shape;93;p11"/>
          <p:cNvSpPr txBox="1"/>
          <p:nvPr>
            <p:ph type="title" hasCustomPrompt="1"/>
          </p:nvPr>
        </p:nvSpPr>
        <p:spPr>
          <a:xfrm>
            <a:off x="1248600" y="1528200"/>
            <a:ext cx="6646800" cy="1536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600"/>
              <a:buNone/>
              <a:defRPr sz="110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94" name="Google Shape;94;p11"/>
          <p:cNvSpPr txBox="1"/>
          <p:nvPr>
            <p:ph type="subTitle" idx="1"/>
          </p:nvPr>
        </p:nvSpPr>
        <p:spPr>
          <a:xfrm>
            <a:off x="1248450" y="3114175"/>
            <a:ext cx="66468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bg>
      <p:bgPr>
        <a:solidFill>
          <a:schemeClr val="accent6"/>
        </a:solidFill>
        <a:effectLst/>
      </p:bgPr>
    </p:bg>
    <p:spTree>
      <p:nvGrpSpPr>
        <p:cNvPr id="95" name="Shape 9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CUSTOM_20">
    <p:spTree>
      <p:nvGrpSpPr>
        <p:cNvPr id="96" name="Shape 96"/>
        <p:cNvGrpSpPr/>
        <p:nvPr/>
      </p:nvGrpSpPr>
      <p:grpSpPr>
        <a:xfrm>
          <a:off x="0" y="0"/>
          <a:ext cx="0" cy="0"/>
          <a:chOff x="0" y="0"/>
          <a:chExt cx="0" cy="0"/>
        </a:xfrm>
      </p:grpSpPr>
      <p:sp>
        <p:nvSpPr>
          <p:cNvPr id="97" name="Google Shape;97;p13"/>
          <p:cNvSpPr/>
          <p:nvPr/>
        </p:nvSpPr>
        <p:spPr>
          <a:xfrm rot="-514371" flipH="1">
            <a:off x="4546199" y="58167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 name="Google Shape;98;p13"/>
          <p:cNvSpPr/>
          <p:nvPr/>
        </p:nvSpPr>
        <p:spPr>
          <a:xfrm rot="10800000">
            <a:off x="6590028" y="-183052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 name="Google Shape;99;p13"/>
          <p:cNvSpPr/>
          <p:nvPr/>
        </p:nvSpPr>
        <p:spPr>
          <a:xfrm rot="1051413">
            <a:off x="5372927" y="-597860"/>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 name="Google Shape;100;p13"/>
          <p:cNvSpPr/>
          <p:nvPr/>
        </p:nvSpPr>
        <p:spPr>
          <a:xfrm rot="6697654">
            <a:off x="-3373442" y="-4867145"/>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 name="Google Shape;101;p13"/>
          <p:cNvSpPr/>
          <p:nvPr/>
        </p:nvSpPr>
        <p:spPr>
          <a:xfrm rot="9986681" flipH="1">
            <a:off x="-4180552" y="104304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 name="Google Shape;102;p13"/>
          <p:cNvSpPr txBox="1"/>
          <p:nvPr>
            <p:ph type="title"/>
          </p:nvPr>
        </p:nvSpPr>
        <p:spPr>
          <a:xfrm>
            <a:off x="3394963" y="1596925"/>
            <a:ext cx="3855600" cy="16101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103" name="Google Shape;103;p13"/>
          <p:cNvSpPr txBox="1"/>
          <p:nvPr>
            <p:ph type="title" idx="2" hasCustomPrompt="1"/>
          </p:nvPr>
        </p:nvSpPr>
        <p:spPr>
          <a:xfrm>
            <a:off x="1893438" y="1677639"/>
            <a:ext cx="1498200" cy="11235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6000"/>
              <a:buNone/>
              <a:defRPr sz="7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04" name="Google Shape;104;p13"/>
          <p:cNvSpPr txBox="1"/>
          <p:nvPr>
            <p:ph type="subTitle" idx="1"/>
          </p:nvPr>
        </p:nvSpPr>
        <p:spPr>
          <a:xfrm>
            <a:off x="3394963" y="3246489"/>
            <a:ext cx="2752500" cy="7194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05" name="Google Shape;105;p13"/>
          <p:cNvSpPr/>
          <p:nvPr/>
        </p:nvSpPr>
        <p:spPr>
          <a:xfrm rot="10800000" flipH="1">
            <a:off x="779327" y="3478782"/>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2">
  <p:cSld name="CUSTOM_21">
    <p:spTree>
      <p:nvGrpSpPr>
        <p:cNvPr id="106" name="Shape 106"/>
        <p:cNvGrpSpPr/>
        <p:nvPr/>
      </p:nvGrpSpPr>
      <p:grpSpPr>
        <a:xfrm>
          <a:off x="0" y="0"/>
          <a:ext cx="0" cy="0"/>
          <a:chOff x="0" y="0"/>
          <a:chExt cx="0" cy="0"/>
        </a:xfrm>
      </p:grpSpPr>
      <p:sp>
        <p:nvSpPr>
          <p:cNvPr id="107" name="Google Shape;107;p14"/>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 name="Google Shape;108;p14"/>
          <p:cNvSpPr/>
          <p:nvPr/>
        </p:nvSpPr>
        <p:spPr>
          <a:xfrm flipH="1">
            <a:off x="6818628" y="25866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 name="Google Shape;109;p14"/>
          <p:cNvSpPr/>
          <p:nvPr/>
        </p:nvSpPr>
        <p:spPr>
          <a:xfrm rot="9748587" flipH="1">
            <a:off x="5601527" y="2021265"/>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 name="Google Shape;110;p14"/>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 name="Google Shape;111;p14"/>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 name="Google Shape;112;p14"/>
          <p:cNvSpPr txBox="1"/>
          <p:nvPr>
            <p:ph type="title"/>
          </p:nvPr>
        </p:nvSpPr>
        <p:spPr>
          <a:xfrm>
            <a:off x="1549950" y="1929275"/>
            <a:ext cx="6044100" cy="16101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113" name="Google Shape;113;p14"/>
          <p:cNvSpPr txBox="1"/>
          <p:nvPr>
            <p:ph type="title" idx="2" hasCustomPrompt="1"/>
          </p:nvPr>
        </p:nvSpPr>
        <p:spPr>
          <a:xfrm>
            <a:off x="3822900" y="845239"/>
            <a:ext cx="1498200" cy="11235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6000"/>
              <a:buNone/>
              <a:defRPr sz="7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4" name="Google Shape;114;p14"/>
          <p:cNvSpPr txBox="1"/>
          <p:nvPr>
            <p:ph type="subTitle" idx="1"/>
          </p:nvPr>
        </p:nvSpPr>
        <p:spPr>
          <a:xfrm>
            <a:off x="2414570" y="3578849"/>
            <a:ext cx="4314900" cy="7194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15" name="Google Shape;115;p14"/>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3">
  <p:cSld name="CUSTOM_35">
    <p:spTree>
      <p:nvGrpSpPr>
        <p:cNvPr id="116" name="Shape 116"/>
        <p:cNvGrpSpPr/>
        <p:nvPr/>
      </p:nvGrpSpPr>
      <p:grpSpPr>
        <a:xfrm>
          <a:off x="0" y="0"/>
          <a:ext cx="0" cy="0"/>
          <a:chOff x="0" y="0"/>
          <a:chExt cx="0" cy="0"/>
        </a:xfrm>
      </p:grpSpPr>
      <p:sp>
        <p:nvSpPr>
          <p:cNvPr id="117" name="Google Shape;117;p15"/>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 name="Google Shape;118;p15"/>
          <p:cNvSpPr/>
          <p:nvPr/>
        </p:nvSpPr>
        <p:spPr>
          <a:xfrm flipH="1">
            <a:off x="6818628" y="25866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 name="Google Shape;119;p15"/>
          <p:cNvSpPr/>
          <p:nvPr/>
        </p:nvSpPr>
        <p:spPr>
          <a:xfrm rot="9748587" flipH="1">
            <a:off x="5601527" y="2021265"/>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 name="Google Shape;120;p15"/>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 name="Google Shape;121;p15"/>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122;p15"/>
          <p:cNvSpPr txBox="1"/>
          <p:nvPr>
            <p:ph type="title"/>
          </p:nvPr>
        </p:nvSpPr>
        <p:spPr>
          <a:xfrm>
            <a:off x="1309450" y="2081675"/>
            <a:ext cx="4314900" cy="16101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123" name="Google Shape;123;p15"/>
          <p:cNvSpPr txBox="1"/>
          <p:nvPr>
            <p:ph type="title" idx="2" hasCustomPrompt="1"/>
          </p:nvPr>
        </p:nvSpPr>
        <p:spPr>
          <a:xfrm>
            <a:off x="6066050" y="691889"/>
            <a:ext cx="1498200" cy="11235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6000"/>
              <a:buNone/>
              <a:defRPr sz="7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4" name="Google Shape;124;p15"/>
          <p:cNvSpPr txBox="1"/>
          <p:nvPr>
            <p:ph type="subTitle" idx="1"/>
          </p:nvPr>
        </p:nvSpPr>
        <p:spPr>
          <a:xfrm>
            <a:off x="1309450" y="3731249"/>
            <a:ext cx="4314900" cy="7194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25" name="Google Shape;125;p15"/>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26" name="Shape 126"/>
        <p:cNvGrpSpPr/>
        <p:nvPr/>
      </p:nvGrpSpPr>
      <p:grpSpPr>
        <a:xfrm>
          <a:off x="0" y="0"/>
          <a:ext cx="0" cy="0"/>
          <a:chOff x="0" y="0"/>
          <a:chExt cx="0" cy="0"/>
        </a:xfrm>
      </p:grpSpPr>
      <p:sp>
        <p:nvSpPr>
          <p:cNvPr id="127" name="Google Shape;127;p16"/>
          <p:cNvSpPr/>
          <p:nvPr/>
        </p:nvSpPr>
        <p:spPr>
          <a:xfrm rot="9339447" flipH="1">
            <a:off x="-5157706" y="2195120"/>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 name="Google Shape;128;p16"/>
          <p:cNvSpPr/>
          <p:nvPr/>
        </p:nvSpPr>
        <p:spPr>
          <a:xfrm>
            <a:off x="1118566" y="1549193"/>
            <a:ext cx="1350837" cy="973145"/>
          </a:xfrm>
          <a:custGeom>
            <a:avLst/>
            <a:gdLst/>
            <a:ahLst/>
            <a:cxnLst/>
            <a:rect l="l" t="t" r="r" b="b"/>
            <a:pathLst>
              <a:path w="18827" h="13563" extrusionOk="0">
                <a:moveTo>
                  <a:pt x="7161" y="0"/>
                </a:moveTo>
                <a:cubicBezTo>
                  <a:pt x="6367" y="0"/>
                  <a:pt x="5745" y="97"/>
                  <a:pt x="5462" y="302"/>
                </a:cubicBezTo>
                <a:cubicBezTo>
                  <a:pt x="5439" y="302"/>
                  <a:pt x="5416" y="302"/>
                  <a:pt x="5393" y="302"/>
                </a:cubicBezTo>
                <a:cubicBezTo>
                  <a:pt x="1116" y="302"/>
                  <a:pt x="1" y="5785"/>
                  <a:pt x="370" y="9035"/>
                </a:cubicBezTo>
                <a:cubicBezTo>
                  <a:pt x="734" y="12239"/>
                  <a:pt x="5348" y="13486"/>
                  <a:pt x="7931" y="13560"/>
                </a:cubicBezTo>
                <a:cubicBezTo>
                  <a:pt x="7975" y="13562"/>
                  <a:pt x="8020" y="13562"/>
                  <a:pt x="8064" y="13562"/>
                </a:cubicBezTo>
                <a:cubicBezTo>
                  <a:pt x="13120" y="13562"/>
                  <a:pt x="18826" y="5169"/>
                  <a:pt x="13911" y="1714"/>
                </a:cubicBezTo>
                <a:cubicBezTo>
                  <a:pt x="12377" y="637"/>
                  <a:pt x="9200" y="0"/>
                  <a:pt x="7161" y="0"/>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 name="Google Shape;129;p16"/>
          <p:cNvSpPr/>
          <p:nvPr/>
        </p:nvSpPr>
        <p:spPr>
          <a:xfrm flipH="1">
            <a:off x="4816263" y="1549200"/>
            <a:ext cx="1350837" cy="973145"/>
          </a:xfrm>
          <a:custGeom>
            <a:avLst/>
            <a:gdLst/>
            <a:ahLst/>
            <a:cxnLst/>
            <a:rect l="l" t="t" r="r" b="b"/>
            <a:pathLst>
              <a:path w="18827" h="13563" extrusionOk="0">
                <a:moveTo>
                  <a:pt x="7161" y="0"/>
                </a:moveTo>
                <a:cubicBezTo>
                  <a:pt x="6367" y="0"/>
                  <a:pt x="5745" y="97"/>
                  <a:pt x="5462" y="302"/>
                </a:cubicBezTo>
                <a:cubicBezTo>
                  <a:pt x="5439" y="302"/>
                  <a:pt x="5416" y="302"/>
                  <a:pt x="5393" y="302"/>
                </a:cubicBezTo>
                <a:cubicBezTo>
                  <a:pt x="1116" y="302"/>
                  <a:pt x="1" y="5785"/>
                  <a:pt x="370" y="9035"/>
                </a:cubicBezTo>
                <a:cubicBezTo>
                  <a:pt x="734" y="12239"/>
                  <a:pt x="5348" y="13486"/>
                  <a:pt x="7931" y="13560"/>
                </a:cubicBezTo>
                <a:cubicBezTo>
                  <a:pt x="7975" y="13562"/>
                  <a:pt x="8020" y="13562"/>
                  <a:pt x="8064" y="13562"/>
                </a:cubicBezTo>
                <a:cubicBezTo>
                  <a:pt x="13120" y="13562"/>
                  <a:pt x="18826" y="5169"/>
                  <a:pt x="13911" y="1714"/>
                </a:cubicBezTo>
                <a:cubicBezTo>
                  <a:pt x="12377" y="637"/>
                  <a:pt x="9200" y="0"/>
                  <a:pt x="7161" y="0"/>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 name="Google Shape;130;p16"/>
          <p:cNvSpPr/>
          <p:nvPr/>
        </p:nvSpPr>
        <p:spPr>
          <a:xfrm flipH="1">
            <a:off x="6912085" y="1489537"/>
            <a:ext cx="1162249" cy="1032817"/>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rgbClr val="AC9078">
              <a:alpha val="7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 name="Google Shape;131;p16"/>
          <p:cNvSpPr/>
          <p:nvPr/>
        </p:nvSpPr>
        <p:spPr>
          <a:xfrm>
            <a:off x="3050700" y="1519363"/>
            <a:ext cx="1095097" cy="973144"/>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 name="Google Shape;132;p16"/>
          <p:cNvSpPr/>
          <p:nvPr/>
        </p:nvSpPr>
        <p:spPr>
          <a:xfrm rot="-10285603">
            <a:off x="7150321" y="-22663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 name="Google Shape;133;p16"/>
          <p:cNvSpPr/>
          <p:nvPr/>
        </p:nvSpPr>
        <p:spPr>
          <a:xfrm rot="649785">
            <a:off x="6848027" y="-2440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 name="Google Shape;134;p16"/>
          <p:cNvSpPr/>
          <p:nvPr/>
        </p:nvSpPr>
        <p:spPr>
          <a:xfrm rot="813319">
            <a:off x="-4299402" y="-47175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 name="Google Shape;135;p16"/>
          <p:cNvSpPr/>
          <p:nvPr/>
        </p:nvSpPr>
        <p:spPr>
          <a:xfrm rot="9089871">
            <a:off x="7049951" y="1893780"/>
            <a:ext cx="7826200" cy="287789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 name="Google Shape;136;p16"/>
          <p:cNvSpPr/>
          <p:nvPr/>
        </p:nvSpPr>
        <p:spPr>
          <a:xfrm rot="-576017">
            <a:off x="-4825529" y="-672274"/>
            <a:ext cx="7826074" cy="287784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 name="Google Shape;137;p16"/>
          <p:cNvSpPr txBox="1"/>
          <p:nvPr>
            <p:ph type="title"/>
          </p:nvPr>
        </p:nvSpPr>
        <p:spPr>
          <a:xfrm>
            <a:off x="732775" y="2632300"/>
            <a:ext cx="1836000" cy="8373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138" name="Google Shape;138;p16"/>
          <p:cNvSpPr txBox="1"/>
          <p:nvPr>
            <p:ph type="subTitle" idx="1"/>
          </p:nvPr>
        </p:nvSpPr>
        <p:spPr>
          <a:xfrm>
            <a:off x="732787" y="3511716"/>
            <a:ext cx="1836000" cy="83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39" name="Google Shape;139;p16"/>
          <p:cNvSpPr txBox="1"/>
          <p:nvPr>
            <p:ph type="title" idx="2" hasCustomPrompt="1"/>
          </p:nvPr>
        </p:nvSpPr>
        <p:spPr>
          <a:xfrm>
            <a:off x="732776" y="1811839"/>
            <a:ext cx="18360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0" name="Google Shape;140;p16"/>
          <p:cNvSpPr txBox="1"/>
          <p:nvPr>
            <p:ph type="title" idx="3"/>
          </p:nvPr>
        </p:nvSpPr>
        <p:spPr>
          <a:xfrm>
            <a:off x="2680250" y="2632300"/>
            <a:ext cx="1836000" cy="8373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141" name="Google Shape;141;p16"/>
          <p:cNvSpPr txBox="1"/>
          <p:nvPr>
            <p:ph type="subTitle" idx="4"/>
          </p:nvPr>
        </p:nvSpPr>
        <p:spPr>
          <a:xfrm>
            <a:off x="2680262" y="3511716"/>
            <a:ext cx="1836000" cy="83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42" name="Google Shape;142;p16"/>
          <p:cNvSpPr txBox="1"/>
          <p:nvPr>
            <p:ph type="title" idx="5"/>
          </p:nvPr>
        </p:nvSpPr>
        <p:spPr>
          <a:xfrm>
            <a:off x="4627725" y="2632300"/>
            <a:ext cx="1836000" cy="8373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143" name="Google Shape;143;p16"/>
          <p:cNvSpPr txBox="1"/>
          <p:nvPr>
            <p:ph type="subTitle" idx="6"/>
          </p:nvPr>
        </p:nvSpPr>
        <p:spPr>
          <a:xfrm>
            <a:off x="4627737" y="3511716"/>
            <a:ext cx="1836000" cy="83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44" name="Google Shape;144;p16"/>
          <p:cNvSpPr txBox="1"/>
          <p:nvPr>
            <p:ph type="title" idx="7"/>
          </p:nvPr>
        </p:nvSpPr>
        <p:spPr>
          <a:xfrm>
            <a:off x="6575200" y="2632300"/>
            <a:ext cx="1836000" cy="8373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145" name="Google Shape;145;p16"/>
          <p:cNvSpPr txBox="1"/>
          <p:nvPr>
            <p:ph type="subTitle" idx="8"/>
          </p:nvPr>
        </p:nvSpPr>
        <p:spPr>
          <a:xfrm>
            <a:off x="6575212" y="3511716"/>
            <a:ext cx="1836000" cy="83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46" name="Google Shape;146;p16"/>
          <p:cNvSpPr txBox="1"/>
          <p:nvPr>
            <p:ph type="title" idx="9" hasCustomPrompt="1"/>
          </p:nvPr>
        </p:nvSpPr>
        <p:spPr>
          <a:xfrm>
            <a:off x="2680246" y="1811839"/>
            <a:ext cx="18360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7" name="Google Shape;147;p16"/>
          <p:cNvSpPr txBox="1"/>
          <p:nvPr>
            <p:ph type="title" idx="13" hasCustomPrompt="1"/>
          </p:nvPr>
        </p:nvSpPr>
        <p:spPr>
          <a:xfrm>
            <a:off x="4627721" y="1811839"/>
            <a:ext cx="18360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8" name="Google Shape;148;p16"/>
          <p:cNvSpPr txBox="1"/>
          <p:nvPr>
            <p:ph type="title" idx="14" hasCustomPrompt="1"/>
          </p:nvPr>
        </p:nvSpPr>
        <p:spPr>
          <a:xfrm>
            <a:off x="6575196" y="1811839"/>
            <a:ext cx="18360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9" name="Google Shape;149;p16"/>
          <p:cNvSpPr txBox="1"/>
          <p:nvPr>
            <p:ph type="title" idx="15"/>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able of contents 1">
  <p:cSld name="CUSTOM_17">
    <p:spTree>
      <p:nvGrpSpPr>
        <p:cNvPr id="150" name="Shape 150"/>
        <p:cNvGrpSpPr/>
        <p:nvPr/>
      </p:nvGrpSpPr>
      <p:grpSpPr>
        <a:xfrm>
          <a:off x="0" y="0"/>
          <a:ext cx="0" cy="0"/>
          <a:chOff x="0" y="0"/>
          <a:chExt cx="0" cy="0"/>
        </a:xfrm>
      </p:grpSpPr>
      <p:sp>
        <p:nvSpPr>
          <p:cNvPr id="151" name="Google Shape;151;p17"/>
          <p:cNvSpPr/>
          <p:nvPr/>
        </p:nvSpPr>
        <p:spPr>
          <a:xfrm rot="-9339447">
            <a:off x="7118442" y="3216520"/>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 name="Google Shape;152;p17"/>
          <p:cNvSpPr/>
          <p:nvPr/>
        </p:nvSpPr>
        <p:spPr>
          <a:xfrm rot="10285603" flipH="1">
            <a:off x="-6088365" y="-16178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 name="Google Shape;153;p17"/>
          <p:cNvSpPr/>
          <p:nvPr/>
        </p:nvSpPr>
        <p:spPr>
          <a:xfrm rot="-649785" flipH="1">
            <a:off x="-1251909" y="-487200"/>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 name="Google Shape;154;p17"/>
          <p:cNvSpPr/>
          <p:nvPr/>
        </p:nvSpPr>
        <p:spPr>
          <a:xfrm rot="-813319" flipH="1">
            <a:off x="7653159" y="-356639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155;p17"/>
          <p:cNvSpPr/>
          <p:nvPr/>
        </p:nvSpPr>
        <p:spPr>
          <a:xfrm rot="-9989847" flipH="1">
            <a:off x="-4910832" y="2960605"/>
            <a:ext cx="7826215" cy="2877900"/>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 name="Google Shape;156;p17"/>
          <p:cNvSpPr/>
          <p:nvPr/>
        </p:nvSpPr>
        <p:spPr>
          <a:xfrm rot="-323977" flipH="1">
            <a:off x="6050295" y="-977077"/>
            <a:ext cx="7826148" cy="2877876"/>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 name="Google Shape;157;p17"/>
          <p:cNvSpPr txBox="1"/>
          <p:nvPr>
            <p:ph type="title"/>
          </p:nvPr>
        </p:nvSpPr>
        <p:spPr>
          <a:xfrm>
            <a:off x="1987675" y="1412700"/>
            <a:ext cx="2430000" cy="837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158" name="Google Shape;158;p17"/>
          <p:cNvSpPr txBox="1"/>
          <p:nvPr>
            <p:ph type="subTitle" idx="1"/>
          </p:nvPr>
        </p:nvSpPr>
        <p:spPr>
          <a:xfrm>
            <a:off x="1987700" y="2292125"/>
            <a:ext cx="2430000" cy="61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59" name="Google Shape;159;p17"/>
          <p:cNvSpPr txBox="1"/>
          <p:nvPr>
            <p:ph type="title" idx="2" hasCustomPrompt="1"/>
          </p:nvPr>
        </p:nvSpPr>
        <p:spPr>
          <a:xfrm>
            <a:off x="845800" y="1888050"/>
            <a:ext cx="812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0" name="Google Shape;160;p17"/>
          <p:cNvSpPr txBox="1"/>
          <p:nvPr>
            <p:ph type="title" idx="3"/>
          </p:nvPr>
        </p:nvSpPr>
        <p:spPr>
          <a:xfrm>
            <a:off x="1928100" y="3162748"/>
            <a:ext cx="2430000" cy="837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161" name="Google Shape;161;p17"/>
          <p:cNvSpPr txBox="1"/>
          <p:nvPr>
            <p:ph type="subTitle" idx="4"/>
          </p:nvPr>
        </p:nvSpPr>
        <p:spPr>
          <a:xfrm>
            <a:off x="1928125" y="4042172"/>
            <a:ext cx="2430000" cy="61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62" name="Google Shape;162;p17"/>
          <p:cNvSpPr txBox="1"/>
          <p:nvPr>
            <p:ph type="title" idx="5"/>
          </p:nvPr>
        </p:nvSpPr>
        <p:spPr>
          <a:xfrm>
            <a:off x="6000750" y="1412688"/>
            <a:ext cx="2430000" cy="837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163" name="Google Shape;163;p17"/>
          <p:cNvSpPr txBox="1"/>
          <p:nvPr>
            <p:ph type="subTitle" idx="6"/>
          </p:nvPr>
        </p:nvSpPr>
        <p:spPr>
          <a:xfrm>
            <a:off x="6000775" y="2292102"/>
            <a:ext cx="2430000" cy="61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64" name="Google Shape;164;p17"/>
          <p:cNvSpPr txBox="1"/>
          <p:nvPr>
            <p:ph type="title" idx="7"/>
          </p:nvPr>
        </p:nvSpPr>
        <p:spPr>
          <a:xfrm>
            <a:off x="5981196" y="3162738"/>
            <a:ext cx="2430000" cy="837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165" name="Google Shape;165;p17"/>
          <p:cNvSpPr txBox="1"/>
          <p:nvPr>
            <p:ph type="subTitle" idx="8"/>
          </p:nvPr>
        </p:nvSpPr>
        <p:spPr>
          <a:xfrm>
            <a:off x="5981200" y="4042161"/>
            <a:ext cx="2430000" cy="61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66" name="Google Shape;166;p17"/>
          <p:cNvSpPr txBox="1"/>
          <p:nvPr>
            <p:ph type="title" idx="9" hasCustomPrompt="1"/>
          </p:nvPr>
        </p:nvSpPr>
        <p:spPr>
          <a:xfrm>
            <a:off x="845798" y="3644250"/>
            <a:ext cx="812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7" name="Google Shape;167;p17"/>
          <p:cNvSpPr txBox="1"/>
          <p:nvPr>
            <p:ph type="title" idx="13" hasCustomPrompt="1"/>
          </p:nvPr>
        </p:nvSpPr>
        <p:spPr>
          <a:xfrm>
            <a:off x="4895098" y="1888050"/>
            <a:ext cx="812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8" name="Google Shape;168;p17"/>
          <p:cNvSpPr txBox="1"/>
          <p:nvPr>
            <p:ph type="title" idx="14" hasCustomPrompt="1"/>
          </p:nvPr>
        </p:nvSpPr>
        <p:spPr>
          <a:xfrm>
            <a:off x="4895098" y="3644250"/>
            <a:ext cx="812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9" name="Google Shape;169;p17"/>
          <p:cNvSpPr txBox="1"/>
          <p:nvPr>
            <p:ph type="title" idx="15"/>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70" name="Shape 170"/>
        <p:cNvGrpSpPr/>
        <p:nvPr/>
      </p:nvGrpSpPr>
      <p:grpSpPr>
        <a:xfrm>
          <a:off x="0" y="0"/>
          <a:ext cx="0" cy="0"/>
          <a:chOff x="0" y="0"/>
          <a:chExt cx="0" cy="0"/>
        </a:xfrm>
      </p:grpSpPr>
      <p:sp>
        <p:nvSpPr>
          <p:cNvPr id="171" name="Google Shape;171;p18"/>
          <p:cNvSpPr txBox="1"/>
          <p:nvPr>
            <p:ph type="title"/>
          </p:nvPr>
        </p:nvSpPr>
        <p:spPr>
          <a:xfrm>
            <a:off x="723300" y="3402013"/>
            <a:ext cx="3848700" cy="5319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25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p:txBody>
      </p:sp>
      <p:sp>
        <p:nvSpPr>
          <p:cNvPr id="172" name="Google Shape;172;p18"/>
          <p:cNvSpPr txBox="1"/>
          <p:nvPr>
            <p:ph type="subTitle" idx="1"/>
          </p:nvPr>
        </p:nvSpPr>
        <p:spPr>
          <a:xfrm>
            <a:off x="723350" y="822500"/>
            <a:ext cx="4902000" cy="2078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3000"/>
              <a:buNone/>
              <a:defRPr sz="25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1">
  <p:cSld name="CUSTOM_32">
    <p:spTree>
      <p:nvGrpSpPr>
        <p:cNvPr id="173" name="Shape 173"/>
        <p:cNvGrpSpPr/>
        <p:nvPr/>
      </p:nvGrpSpPr>
      <p:grpSpPr>
        <a:xfrm>
          <a:off x="0" y="0"/>
          <a:ext cx="0" cy="0"/>
          <a:chOff x="0" y="0"/>
          <a:chExt cx="0" cy="0"/>
        </a:xfrm>
      </p:grpSpPr>
      <p:sp>
        <p:nvSpPr>
          <p:cNvPr id="174" name="Google Shape;174;p19"/>
          <p:cNvSpPr/>
          <p:nvPr/>
        </p:nvSpPr>
        <p:spPr>
          <a:xfrm rot="-7269862" flipH="1">
            <a:off x="1986429" y="-4605738"/>
            <a:ext cx="7471639" cy="477178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 name="Google Shape;175;p19"/>
          <p:cNvSpPr/>
          <p:nvPr/>
        </p:nvSpPr>
        <p:spPr>
          <a:xfrm rot="-10558870">
            <a:off x="5522782" y="-185325"/>
            <a:ext cx="6402110" cy="5689154"/>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6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 name="Google Shape;176;p19"/>
          <p:cNvSpPr/>
          <p:nvPr/>
        </p:nvSpPr>
        <p:spPr>
          <a:xfrm rot="6189239">
            <a:off x="4325710" y="1085979"/>
            <a:ext cx="7825966" cy="2877809"/>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 name="Google Shape;177;p19"/>
          <p:cNvSpPr/>
          <p:nvPr/>
        </p:nvSpPr>
        <p:spPr>
          <a:xfrm rot="514371">
            <a:off x="-5180633" y="-97967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 name="Google Shape;178;p19"/>
          <p:cNvSpPr/>
          <p:nvPr/>
        </p:nvSpPr>
        <p:spPr>
          <a:xfrm rot="2141143">
            <a:off x="-1290068" y="-2916503"/>
            <a:ext cx="5766686" cy="368291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 name="Google Shape;179;p19"/>
          <p:cNvSpPr/>
          <p:nvPr/>
        </p:nvSpPr>
        <p:spPr>
          <a:xfrm rot="10800000">
            <a:off x="-126965" y="3402013"/>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 name="Google Shape;180;p19"/>
          <p:cNvSpPr/>
          <p:nvPr/>
        </p:nvSpPr>
        <p:spPr>
          <a:xfrm rot="-7948588">
            <a:off x="-5205140" y="1519073"/>
            <a:ext cx="8200910" cy="3015686"/>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 name="Google Shape;181;p19"/>
          <p:cNvSpPr txBox="1"/>
          <p:nvPr>
            <p:ph type="title"/>
          </p:nvPr>
        </p:nvSpPr>
        <p:spPr>
          <a:xfrm>
            <a:off x="2064826" y="3261285"/>
            <a:ext cx="50145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5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p:txBody>
      </p:sp>
      <p:sp>
        <p:nvSpPr>
          <p:cNvPr id="182" name="Google Shape;182;p19"/>
          <p:cNvSpPr txBox="1"/>
          <p:nvPr>
            <p:ph type="subTitle" idx="1"/>
          </p:nvPr>
        </p:nvSpPr>
        <p:spPr>
          <a:xfrm>
            <a:off x="1378650" y="1348062"/>
            <a:ext cx="6386700" cy="1411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3000"/>
              <a:buNone/>
              <a:defRPr sz="25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83" name="Shape 183"/>
        <p:cNvGrpSpPr/>
        <p:nvPr/>
      </p:nvGrpSpPr>
      <p:grpSpPr>
        <a:xfrm>
          <a:off x="0" y="0"/>
          <a:ext cx="0" cy="0"/>
          <a:chOff x="0" y="0"/>
          <a:chExt cx="0" cy="0"/>
        </a:xfrm>
      </p:grpSpPr>
      <p:sp>
        <p:nvSpPr>
          <p:cNvPr id="184" name="Google Shape;184;p20"/>
          <p:cNvSpPr/>
          <p:nvPr/>
        </p:nvSpPr>
        <p:spPr>
          <a:xfrm rot="-3394465">
            <a:off x="-2929870"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 name="Google Shape;185;p20"/>
          <p:cNvSpPr/>
          <p:nvPr/>
        </p:nvSpPr>
        <p:spPr>
          <a:xfrm flipH="1">
            <a:off x="-4081962"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 name="Google Shape;186;p20"/>
          <p:cNvSpPr/>
          <p:nvPr/>
        </p:nvSpPr>
        <p:spPr>
          <a:xfrm rot="-3952094" flipH="1">
            <a:off x="-3954406" y="-32116"/>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 name="Google Shape;187;p20"/>
          <p:cNvSpPr/>
          <p:nvPr/>
        </p:nvSpPr>
        <p:spPr>
          <a:xfrm rot="649760">
            <a:off x="-3199069"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 name="Google Shape;188;p20"/>
          <p:cNvSpPr/>
          <p:nvPr/>
        </p:nvSpPr>
        <p:spPr>
          <a:xfrm rot="-813319" flipH="1">
            <a:off x="4926200"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 name="Google Shape;189;p20"/>
          <p:cNvSpPr/>
          <p:nvPr/>
        </p:nvSpPr>
        <p:spPr>
          <a:xfrm rot="10285603" flipH="1">
            <a:off x="6080701"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 name="Google Shape;190;p20"/>
          <p:cNvSpPr/>
          <p:nvPr/>
        </p:nvSpPr>
        <p:spPr>
          <a:xfrm rot="7426355" flipH="1">
            <a:off x="658205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 name="Google Shape;191;p20"/>
          <p:cNvSpPr txBox="1"/>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2">
  <p:cSld name="CUSTOM_26">
    <p:spTree>
      <p:nvGrpSpPr>
        <p:cNvPr id="192" name="Shape 192"/>
        <p:cNvGrpSpPr/>
        <p:nvPr/>
      </p:nvGrpSpPr>
      <p:grpSpPr>
        <a:xfrm>
          <a:off x="0" y="0"/>
          <a:ext cx="0" cy="0"/>
          <a:chOff x="0" y="0"/>
          <a:chExt cx="0" cy="0"/>
        </a:xfrm>
      </p:grpSpPr>
      <p:sp>
        <p:nvSpPr>
          <p:cNvPr id="193" name="Google Shape;193;p21"/>
          <p:cNvSpPr/>
          <p:nvPr/>
        </p:nvSpPr>
        <p:spPr>
          <a:xfrm rot="-3394465">
            <a:off x="-3638445" y="4611893"/>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 name="Google Shape;194;p21"/>
          <p:cNvSpPr/>
          <p:nvPr/>
        </p:nvSpPr>
        <p:spPr>
          <a:xfrm flipH="1">
            <a:off x="-5015862" y="-4052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 name="Google Shape;195;p21"/>
          <p:cNvSpPr/>
          <p:nvPr/>
        </p:nvSpPr>
        <p:spPr>
          <a:xfrm rot="-3052073" flipH="1">
            <a:off x="-4888312" y="1110880"/>
            <a:ext cx="7826119" cy="287786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 name="Google Shape;196;p21"/>
          <p:cNvSpPr/>
          <p:nvPr/>
        </p:nvSpPr>
        <p:spPr>
          <a:xfrm rot="649760">
            <a:off x="-4262669" y="189211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 name="Google Shape;197;p21"/>
          <p:cNvSpPr/>
          <p:nvPr/>
        </p:nvSpPr>
        <p:spPr>
          <a:xfrm rot="-813319" flipH="1">
            <a:off x="4754300" y="-2305086"/>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 name="Google Shape;198;p21"/>
          <p:cNvSpPr/>
          <p:nvPr/>
        </p:nvSpPr>
        <p:spPr>
          <a:xfrm rot="10285603" flipH="1">
            <a:off x="4790126" y="3666917"/>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 name="Google Shape;199;p21"/>
          <p:cNvSpPr/>
          <p:nvPr/>
        </p:nvSpPr>
        <p:spPr>
          <a:xfrm rot="4726292" flipH="1">
            <a:off x="5414633" y="2626082"/>
            <a:ext cx="7826019" cy="287782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 name="Google Shape;200;p21"/>
          <p:cNvSpPr txBox="1"/>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3">
  <p:cSld name="CUSTOM_33">
    <p:spTree>
      <p:nvGrpSpPr>
        <p:cNvPr id="201" name="Shape 201"/>
        <p:cNvGrpSpPr/>
        <p:nvPr/>
      </p:nvGrpSpPr>
      <p:grpSpPr>
        <a:xfrm>
          <a:off x="0" y="0"/>
          <a:ext cx="0" cy="0"/>
          <a:chOff x="0" y="0"/>
          <a:chExt cx="0" cy="0"/>
        </a:xfrm>
      </p:grpSpPr>
      <p:sp>
        <p:nvSpPr>
          <p:cNvPr id="202" name="Google Shape;202;p22"/>
          <p:cNvSpPr txBox="1"/>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p:cSld name="CUSTOM_15">
    <p:spTree>
      <p:nvGrpSpPr>
        <p:cNvPr id="203" name="Shape 203"/>
        <p:cNvGrpSpPr/>
        <p:nvPr/>
      </p:nvGrpSpPr>
      <p:grpSpPr>
        <a:xfrm>
          <a:off x="0" y="0"/>
          <a:ext cx="0" cy="0"/>
          <a:chOff x="0" y="0"/>
          <a:chExt cx="0" cy="0"/>
        </a:xfrm>
      </p:grpSpPr>
      <p:sp>
        <p:nvSpPr>
          <p:cNvPr id="204" name="Google Shape;204;p23"/>
          <p:cNvSpPr/>
          <p:nvPr/>
        </p:nvSpPr>
        <p:spPr>
          <a:xfrm rot="-10285629">
            <a:off x="5066449" y="-212437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 name="Google Shape;205;p23"/>
          <p:cNvSpPr/>
          <p:nvPr/>
        </p:nvSpPr>
        <p:spPr>
          <a:xfrm flipH="1">
            <a:off x="7942003"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 name="Google Shape;206;p23"/>
          <p:cNvSpPr/>
          <p:nvPr/>
        </p:nvSpPr>
        <p:spPr>
          <a:xfrm rot="2839443">
            <a:off x="-308418" y="2442034"/>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 name="Google Shape;207;p23"/>
          <p:cNvSpPr/>
          <p:nvPr/>
        </p:nvSpPr>
        <p:spPr>
          <a:xfrm rot="9405665">
            <a:off x="-4305365" y="1281181"/>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 name="Google Shape;208;p23"/>
          <p:cNvSpPr/>
          <p:nvPr/>
        </p:nvSpPr>
        <p:spPr>
          <a:xfrm rot="-1478505">
            <a:off x="-2334601"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 name="Google Shape;209;p23"/>
          <p:cNvSpPr/>
          <p:nvPr/>
        </p:nvSpPr>
        <p:spPr>
          <a:xfrm rot="9555841" flipH="1">
            <a:off x="7023452"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 name="Google Shape;210;p23"/>
          <p:cNvSpPr txBox="1"/>
          <p:nvPr>
            <p:ph type="title"/>
          </p:nvPr>
        </p:nvSpPr>
        <p:spPr>
          <a:xfrm>
            <a:off x="1749775" y="1339400"/>
            <a:ext cx="5644500" cy="1535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112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p:txBody>
      </p:sp>
      <p:sp>
        <p:nvSpPr>
          <p:cNvPr id="211" name="Google Shape;211;p23"/>
          <p:cNvSpPr txBox="1"/>
          <p:nvPr>
            <p:ph type="subTitle" idx="1"/>
          </p:nvPr>
        </p:nvSpPr>
        <p:spPr>
          <a:xfrm>
            <a:off x="2153800" y="2874400"/>
            <a:ext cx="4836900" cy="92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1">
  <p:cSld name="CUSTOM_13">
    <p:spTree>
      <p:nvGrpSpPr>
        <p:cNvPr id="212" name="Shape 212"/>
        <p:cNvGrpSpPr/>
        <p:nvPr/>
      </p:nvGrpSpPr>
      <p:grpSpPr>
        <a:xfrm>
          <a:off x="0" y="0"/>
          <a:ext cx="0" cy="0"/>
          <a:chOff x="0" y="0"/>
          <a:chExt cx="0" cy="0"/>
        </a:xfrm>
      </p:grpSpPr>
      <p:sp>
        <p:nvSpPr>
          <p:cNvPr id="213" name="Google Shape;213;p24"/>
          <p:cNvSpPr/>
          <p:nvPr/>
        </p:nvSpPr>
        <p:spPr>
          <a:xfrm rot="4102360" flipH="1">
            <a:off x="-2758583" y="412968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 name="Google Shape;214;p24"/>
          <p:cNvSpPr/>
          <p:nvPr/>
        </p:nvSpPr>
        <p:spPr>
          <a:xfrm rot="813319">
            <a:off x="-431355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5" name="Google Shape;215;p24"/>
          <p:cNvSpPr txBox="1"/>
          <p:nvPr>
            <p:ph type="subTitle" idx="1"/>
          </p:nvPr>
        </p:nvSpPr>
        <p:spPr>
          <a:xfrm>
            <a:off x="723300" y="3021075"/>
            <a:ext cx="3394200" cy="113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216" name="Google Shape;216;p24"/>
          <p:cNvSpPr txBox="1"/>
          <p:nvPr>
            <p:ph type="title"/>
          </p:nvPr>
        </p:nvSpPr>
        <p:spPr>
          <a:xfrm flipH="1">
            <a:off x="719825" y="986925"/>
            <a:ext cx="2888400" cy="19173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2">
  <p:cSld name="CUSTOM_4">
    <p:spTree>
      <p:nvGrpSpPr>
        <p:cNvPr id="217" name="Shape 217"/>
        <p:cNvGrpSpPr/>
        <p:nvPr/>
      </p:nvGrpSpPr>
      <p:grpSpPr>
        <a:xfrm>
          <a:off x="0" y="0"/>
          <a:ext cx="0" cy="0"/>
          <a:chOff x="0" y="0"/>
          <a:chExt cx="0" cy="0"/>
        </a:xfrm>
      </p:grpSpPr>
      <p:sp>
        <p:nvSpPr>
          <p:cNvPr id="218" name="Google Shape;218;p25"/>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 name="Google Shape;219;p25"/>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0" name="Google Shape;220;p25"/>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 name="Google Shape;221;p25"/>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 name="Google Shape;222;p25"/>
          <p:cNvSpPr txBox="1"/>
          <p:nvPr>
            <p:ph type="subTitle" idx="1"/>
          </p:nvPr>
        </p:nvSpPr>
        <p:spPr>
          <a:xfrm>
            <a:off x="723300" y="2291463"/>
            <a:ext cx="3035100" cy="138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223" name="Google Shape;223;p25"/>
          <p:cNvSpPr txBox="1"/>
          <p:nvPr>
            <p:ph type="title"/>
          </p:nvPr>
        </p:nvSpPr>
        <p:spPr>
          <a:xfrm flipH="1">
            <a:off x="719825" y="1463638"/>
            <a:ext cx="3035100" cy="711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4" name="Google Shape;224;p25"/>
          <p:cNvSpPr/>
          <p:nvPr/>
        </p:nvSpPr>
        <p:spPr>
          <a:xfrm rot="-649760" flipH="1">
            <a:off x="-3395808" y="451461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3">
  <p:cSld name="CUSTOM_18">
    <p:spTree>
      <p:nvGrpSpPr>
        <p:cNvPr id="225" name="Shape 225"/>
        <p:cNvGrpSpPr/>
        <p:nvPr/>
      </p:nvGrpSpPr>
      <p:grpSpPr>
        <a:xfrm>
          <a:off x="0" y="0"/>
          <a:ext cx="0" cy="0"/>
          <a:chOff x="0" y="0"/>
          <a:chExt cx="0" cy="0"/>
        </a:xfrm>
      </p:grpSpPr>
      <p:sp>
        <p:nvSpPr>
          <p:cNvPr id="226" name="Google Shape;226;p26"/>
          <p:cNvSpPr/>
          <p:nvPr/>
        </p:nvSpPr>
        <p:spPr>
          <a:xfrm rot="-3394465">
            <a:off x="-4398774" y="4211443"/>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 name="Google Shape;227;p26"/>
          <p:cNvSpPr/>
          <p:nvPr/>
        </p:nvSpPr>
        <p:spPr>
          <a:xfrm flipH="1">
            <a:off x="-5015841"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 name="Google Shape;228;p26"/>
          <p:cNvSpPr/>
          <p:nvPr/>
        </p:nvSpPr>
        <p:spPr>
          <a:xfrm rot="-3952094" flipH="1">
            <a:off x="-4776410" y="665034"/>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 name="Google Shape;229;p26"/>
          <p:cNvSpPr/>
          <p:nvPr/>
        </p:nvSpPr>
        <p:spPr>
          <a:xfrm rot="649760">
            <a:off x="-4213998" y="53511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 name="Google Shape;230;p26"/>
          <p:cNvSpPr/>
          <p:nvPr/>
        </p:nvSpPr>
        <p:spPr>
          <a:xfrm rot="-813319" flipH="1">
            <a:off x="4527346" y="-341479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 name="Google Shape;231;p26"/>
          <p:cNvSpPr/>
          <p:nvPr/>
        </p:nvSpPr>
        <p:spPr>
          <a:xfrm rot="10285603" flipH="1">
            <a:off x="4806347" y="33637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 name="Google Shape;232;p26"/>
          <p:cNvSpPr/>
          <p:nvPr/>
        </p:nvSpPr>
        <p:spPr>
          <a:xfrm rot="5626330" flipH="1">
            <a:off x="3918525" y="675664"/>
            <a:ext cx="7826010" cy="287782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 name="Google Shape;233;p26"/>
          <p:cNvSpPr txBox="1"/>
          <p:nvPr>
            <p:ph type="body" idx="1"/>
          </p:nvPr>
        </p:nvSpPr>
        <p:spPr>
          <a:xfrm>
            <a:off x="1514900" y="1868725"/>
            <a:ext cx="3850500" cy="2352600"/>
          </a:xfrm>
          <a:prstGeom prst="rect">
            <a:avLst/>
          </a:prstGeom>
        </p:spPr>
        <p:txBody>
          <a:bodyPr spcFirstLastPara="1" wrap="square" lIns="91425" tIns="91425" rIns="91425" bIns="91425" anchor="ctr" anchorCtr="0">
            <a:noAutofit/>
          </a:bodyPr>
          <a:lstStyle>
            <a:lvl1pPr marL="457200" lvl="0" indent="-330200" rtl="0">
              <a:lnSpc>
                <a:spcPct val="100000"/>
              </a:lnSpc>
              <a:spcBef>
                <a:spcPts val="0"/>
              </a:spcBef>
              <a:spcAft>
                <a:spcPts val="0"/>
              </a:spcAft>
              <a:buSzPts val="1600"/>
              <a:buFont typeface="Nunito Light"/>
              <a:buChar char="●"/>
              <a:defRPr sz="1400"/>
            </a:lvl1pPr>
            <a:lvl2pPr marL="914400" lvl="1" indent="-330200" rtl="0">
              <a:lnSpc>
                <a:spcPct val="100000"/>
              </a:lnSpc>
              <a:spcBef>
                <a:spcPts val="0"/>
              </a:spcBef>
              <a:spcAft>
                <a:spcPts val="0"/>
              </a:spcAft>
              <a:buSzPts val="1600"/>
              <a:buFont typeface="Nunito Light"/>
              <a:buChar char="○"/>
              <a:defRPr/>
            </a:lvl2pPr>
            <a:lvl3pPr marL="1371600" lvl="2" indent="-323850" rtl="0">
              <a:lnSpc>
                <a:spcPct val="100000"/>
              </a:lnSpc>
              <a:spcBef>
                <a:spcPts val="1600"/>
              </a:spcBef>
              <a:spcAft>
                <a:spcPts val="0"/>
              </a:spcAft>
              <a:buSzPts val="1500"/>
              <a:buFont typeface="Nunito Light"/>
              <a:buChar char="■"/>
              <a:defRPr/>
            </a:lvl3pPr>
            <a:lvl4pPr marL="1828800" lvl="3" indent="-323850" rtl="0">
              <a:lnSpc>
                <a:spcPct val="100000"/>
              </a:lnSpc>
              <a:spcBef>
                <a:spcPts val="1600"/>
              </a:spcBef>
              <a:spcAft>
                <a:spcPts val="0"/>
              </a:spcAft>
              <a:buSzPts val="1500"/>
              <a:buFont typeface="Nunito Light"/>
              <a:buChar char="●"/>
              <a:defRPr/>
            </a:lvl4pPr>
            <a:lvl5pPr marL="2286000" lvl="4" indent="-330200" rtl="0">
              <a:lnSpc>
                <a:spcPct val="100000"/>
              </a:lnSpc>
              <a:spcBef>
                <a:spcPts val="1600"/>
              </a:spcBef>
              <a:spcAft>
                <a:spcPts val="0"/>
              </a:spcAft>
              <a:buSzPts val="1600"/>
              <a:buFont typeface="Nunito Light"/>
              <a:buChar char="○"/>
              <a:defRPr/>
            </a:lvl5pPr>
            <a:lvl6pPr marL="2743200" lvl="5" indent="-330200" rtl="0">
              <a:lnSpc>
                <a:spcPct val="100000"/>
              </a:lnSpc>
              <a:spcBef>
                <a:spcPts val="1600"/>
              </a:spcBef>
              <a:spcAft>
                <a:spcPts val="0"/>
              </a:spcAft>
              <a:buSzPts val="1600"/>
              <a:buFont typeface="Nunito Light"/>
              <a:buChar char="■"/>
              <a:defRPr/>
            </a:lvl6pPr>
            <a:lvl7pPr marL="3200400" lvl="6" indent="-311150" rtl="0">
              <a:lnSpc>
                <a:spcPct val="100000"/>
              </a:lnSpc>
              <a:spcBef>
                <a:spcPts val="1600"/>
              </a:spcBef>
              <a:spcAft>
                <a:spcPts val="0"/>
              </a:spcAft>
              <a:buSzPts val="1300"/>
              <a:buFont typeface="Nunito Light"/>
              <a:buChar char="●"/>
              <a:defRPr/>
            </a:lvl7pPr>
            <a:lvl8pPr marL="3657600" lvl="7" indent="-311150" rtl="0">
              <a:lnSpc>
                <a:spcPct val="100000"/>
              </a:lnSpc>
              <a:spcBef>
                <a:spcPts val="1600"/>
              </a:spcBef>
              <a:spcAft>
                <a:spcPts val="0"/>
              </a:spcAft>
              <a:buSzPts val="1300"/>
              <a:buFont typeface="Nunito Light"/>
              <a:buChar char="○"/>
              <a:defRPr/>
            </a:lvl8pPr>
            <a:lvl9pPr marL="4114800" lvl="8" indent="-330200" rtl="0">
              <a:lnSpc>
                <a:spcPct val="100000"/>
              </a:lnSpc>
              <a:spcBef>
                <a:spcPts val="1600"/>
              </a:spcBef>
              <a:spcAft>
                <a:spcPts val="1600"/>
              </a:spcAft>
              <a:buSzPts val="1600"/>
              <a:buFont typeface="Nunito Light"/>
              <a:buChar char="■"/>
              <a:defRPr/>
            </a:lvl9pPr>
          </a:lstStyle>
          <a:p/>
        </p:txBody>
      </p:sp>
      <p:sp>
        <p:nvSpPr>
          <p:cNvPr id="234" name="Google Shape;234;p26"/>
          <p:cNvSpPr txBox="1"/>
          <p:nvPr>
            <p:ph type="title"/>
          </p:nvPr>
        </p:nvSpPr>
        <p:spPr>
          <a:xfrm>
            <a:off x="1514900" y="922175"/>
            <a:ext cx="4812300" cy="9003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5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4">
  <p:cSld name="CUSTOM_23">
    <p:spTree>
      <p:nvGrpSpPr>
        <p:cNvPr id="235" name="Shape 235"/>
        <p:cNvGrpSpPr/>
        <p:nvPr/>
      </p:nvGrpSpPr>
      <p:grpSpPr>
        <a:xfrm>
          <a:off x="0" y="0"/>
          <a:ext cx="0" cy="0"/>
          <a:chOff x="0" y="0"/>
          <a:chExt cx="0" cy="0"/>
        </a:xfrm>
      </p:grpSpPr>
      <p:sp>
        <p:nvSpPr>
          <p:cNvPr id="236" name="Google Shape;236;p27"/>
          <p:cNvSpPr/>
          <p:nvPr/>
        </p:nvSpPr>
        <p:spPr>
          <a:xfrm rot="7585667" flipH="1">
            <a:off x="-5466599" y="794591"/>
            <a:ext cx="9471614" cy="604907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 name="Google Shape;237;p27"/>
          <p:cNvSpPr/>
          <p:nvPr/>
        </p:nvSpPr>
        <p:spPr>
          <a:xfrm rot="-5902333">
            <a:off x="3975367" y="2957142"/>
            <a:ext cx="9416513" cy="601388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 name="Google Shape;238;p27"/>
          <p:cNvSpPr/>
          <p:nvPr/>
        </p:nvSpPr>
        <p:spPr>
          <a:xfrm rot="-2613329" flipH="1">
            <a:off x="5160201" y="-3949042"/>
            <a:ext cx="6402056" cy="5689105"/>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9" name="Google Shape;239;p27"/>
          <p:cNvSpPr/>
          <p:nvPr/>
        </p:nvSpPr>
        <p:spPr>
          <a:xfrm rot="-2700000" flipH="1">
            <a:off x="-4428810" y="-2266646"/>
            <a:ext cx="7065482" cy="539636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 name="Google Shape;240;p27"/>
          <p:cNvSpPr txBox="1"/>
          <p:nvPr>
            <p:ph type="subTitle" idx="1"/>
          </p:nvPr>
        </p:nvSpPr>
        <p:spPr>
          <a:xfrm>
            <a:off x="4959025" y="2291463"/>
            <a:ext cx="3035100" cy="138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241" name="Google Shape;241;p27"/>
          <p:cNvSpPr txBox="1"/>
          <p:nvPr>
            <p:ph type="title"/>
          </p:nvPr>
        </p:nvSpPr>
        <p:spPr>
          <a:xfrm flipH="1">
            <a:off x="4955550" y="1463638"/>
            <a:ext cx="3035100" cy="7110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2" name="Google Shape;242;p27"/>
          <p:cNvSpPr/>
          <p:nvPr/>
        </p:nvSpPr>
        <p:spPr>
          <a:xfrm rot="-1150203">
            <a:off x="7474328" y="896864"/>
            <a:ext cx="4974547" cy="149039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5">
  <p:cSld name="CUSTOM_25">
    <p:spTree>
      <p:nvGrpSpPr>
        <p:cNvPr id="243" name="Shape 243"/>
        <p:cNvGrpSpPr/>
        <p:nvPr/>
      </p:nvGrpSpPr>
      <p:grpSpPr>
        <a:xfrm>
          <a:off x="0" y="0"/>
          <a:ext cx="0" cy="0"/>
          <a:chOff x="0" y="0"/>
          <a:chExt cx="0" cy="0"/>
        </a:xfrm>
      </p:grpSpPr>
      <p:sp>
        <p:nvSpPr>
          <p:cNvPr id="244" name="Google Shape;244;p28"/>
          <p:cNvSpPr txBox="1"/>
          <p:nvPr>
            <p:ph type="subTitle" idx="1"/>
          </p:nvPr>
        </p:nvSpPr>
        <p:spPr>
          <a:xfrm>
            <a:off x="4349577" y="2925675"/>
            <a:ext cx="4081200" cy="113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245" name="Google Shape;245;p28"/>
          <p:cNvSpPr txBox="1"/>
          <p:nvPr>
            <p:ph type="title"/>
          </p:nvPr>
        </p:nvSpPr>
        <p:spPr>
          <a:xfrm flipH="1">
            <a:off x="4349575" y="1266675"/>
            <a:ext cx="4081200" cy="15423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6" name="Google Shape;246;p28"/>
          <p:cNvSpPr/>
          <p:nvPr/>
        </p:nvSpPr>
        <p:spPr>
          <a:xfrm rot="4102360" flipH="1">
            <a:off x="4431017" y="3716310"/>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 name="Google Shape;247;p28"/>
          <p:cNvSpPr/>
          <p:nvPr/>
        </p:nvSpPr>
        <p:spPr>
          <a:xfrm rot="813319">
            <a:off x="4927123" y="-257969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6">
  <p:cSld name="CUSTOM_28">
    <p:spTree>
      <p:nvGrpSpPr>
        <p:cNvPr id="248" name="Shape 248"/>
        <p:cNvGrpSpPr/>
        <p:nvPr/>
      </p:nvGrpSpPr>
      <p:grpSpPr>
        <a:xfrm>
          <a:off x="0" y="0"/>
          <a:ext cx="0" cy="0"/>
          <a:chOff x="0" y="0"/>
          <a:chExt cx="0" cy="0"/>
        </a:xfrm>
      </p:grpSpPr>
      <p:sp>
        <p:nvSpPr>
          <p:cNvPr id="249" name="Google Shape;249;p29"/>
          <p:cNvSpPr/>
          <p:nvPr/>
        </p:nvSpPr>
        <p:spPr>
          <a:xfrm rot="3214333">
            <a:off x="-5499024" y="-2387504"/>
            <a:ext cx="9471614" cy="604907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250;p29"/>
          <p:cNvSpPr/>
          <p:nvPr/>
        </p:nvSpPr>
        <p:spPr>
          <a:xfrm rot="-4897667" flipH="1">
            <a:off x="4234767" y="-2245089"/>
            <a:ext cx="9416513" cy="601388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 name="Google Shape;251;p29"/>
          <p:cNvSpPr/>
          <p:nvPr/>
        </p:nvSpPr>
        <p:spPr>
          <a:xfrm rot="-8186671">
            <a:off x="3376801" y="4110400"/>
            <a:ext cx="6402056" cy="5689105"/>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 name="Google Shape;252;p29"/>
          <p:cNvSpPr/>
          <p:nvPr/>
        </p:nvSpPr>
        <p:spPr>
          <a:xfrm rot="-8100000">
            <a:off x="-4461235" y="1326447"/>
            <a:ext cx="7065482" cy="539636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 name="Google Shape;253;p29"/>
          <p:cNvSpPr txBox="1"/>
          <p:nvPr>
            <p:ph type="subTitle" idx="1"/>
          </p:nvPr>
        </p:nvSpPr>
        <p:spPr>
          <a:xfrm>
            <a:off x="1536900" y="2291463"/>
            <a:ext cx="3035100" cy="138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254" name="Google Shape;254;p29"/>
          <p:cNvSpPr/>
          <p:nvPr/>
        </p:nvSpPr>
        <p:spPr>
          <a:xfrm rot="-9649797" flipH="1">
            <a:off x="6371853" y="4455308"/>
            <a:ext cx="4974547" cy="149039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 name="Google Shape;255;p29"/>
          <p:cNvSpPr txBox="1"/>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7">
  <p:cSld name="CUSTOM_38">
    <p:spTree>
      <p:nvGrpSpPr>
        <p:cNvPr id="256" name="Shape 256"/>
        <p:cNvGrpSpPr/>
        <p:nvPr/>
      </p:nvGrpSpPr>
      <p:grpSpPr>
        <a:xfrm>
          <a:off x="0" y="0"/>
          <a:ext cx="0" cy="0"/>
          <a:chOff x="0" y="0"/>
          <a:chExt cx="0" cy="0"/>
        </a:xfrm>
      </p:grpSpPr>
      <p:sp>
        <p:nvSpPr>
          <p:cNvPr id="257" name="Google Shape;257;p30"/>
          <p:cNvSpPr/>
          <p:nvPr/>
        </p:nvSpPr>
        <p:spPr>
          <a:xfrm rot="3394465" flipH="1">
            <a:off x="3077084"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 name="Google Shape;258;p30"/>
          <p:cNvSpPr/>
          <p:nvPr/>
        </p:nvSpPr>
        <p:spPr>
          <a:xfrm>
            <a:off x="5867027"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9" name="Google Shape;259;p30"/>
          <p:cNvSpPr/>
          <p:nvPr/>
        </p:nvSpPr>
        <p:spPr>
          <a:xfrm rot="3952094">
            <a:off x="4681686" y="-32116"/>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0" name="Google Shape;260;p30"/>
          <p:cNvSpPr/>
          <p:nvPr/>
        </p:nvSpPr>
        <p:spPr>
          <a:xfrm rot="-649760" flipH="1">
            <a:off x="7075142"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 name="Google Shape;261;p30"/>
          <p:cNvSpPr/>
          <p:nvPr/>
        </p:nvSpPr>
        <p:spPr>
          <a:xfrm rot="813319">
            <a:off x="-2477752"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 name="Google Shape;262;p30"/>
          <p:cNvSpPr/>
          <p:nvPr/>
        </p:nvSpPr>
        <p:spPr>
          <a:xfrm rot="-10285603">
            <a:off x="-4701904"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 name="Google Shape;263;p30"/>
          <p:cNvSpPr/>
          <p:nvPr/>
        </p:nvSpPr>
        <p:spPr>
          <a:xfrm rot="-7426355">
            <a:off x="-466609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 name="Google Shape;264;p30"/>
          <p:cNvSpPr txBox="1"/>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5" name="Google Shape;265;p30"/>
          <p:cNvSpPr txBox="1"/>
          <p:nvPr>
            <p:ph type="body" idx="1"/>
          </p:nvPr>
        </p:nvSpPr>
        <p:spPr>
          <a:xfrm>
            <a:off x="1545450" y="1330100"/>
            <a:ext cx="6053100" cy="3375900"/>
          </a:xfrm>
          <a:prstGeom prst="rect">
            <a:avLst/>
          </a:prstGeom>
        </p:spPr>
        <p:txBody>
          <a:bodyPr spcFirstLastPara="1" wrap="square" lIns="91425" tIns="91425" rIns="91425" bIns="91425" anchor="t" anchorCtr="0">
            <a:noAutofit/>
          </a:bodyPr>
          <a:lstStyle>
            <a:lvl1pPr marL="457200" lvl="0" indent="-330200" algn="ctr" rtl="0">
              <a:lnSpc>
                <a:spcPct val="100000"/>
              </a:lnSpc>
              <a:spcBef>
                <a:spcPts val="0"/>
              </a:spcBef>
              <a:spcAft>
                <a:spcPts val="0"/>
              </a:spcAft>
              <a:buSzPts val="1600"/>
              <a:buChar char="●"/>
              <a:defRPr/>
            </a:lvl1pPr>
            <a:lvl2pPr marL="914400" lvl="1" indent="-330200" algn="ctr" rtl="0">
              <a:lnSpc>
                <a:spcPct val="100000"/>
              </a:lnSpc>
              <a:spcBef>
                <a:spcPts val="0"/>
              </a:spcBef>
              <a:spcAft>
                <a:spcPts val="0"/>
              </a:spcAft>
              <a:buSzPts val="1600"/>
              <a:buChar char="○"/>
              <a:defRPr/>
            </a:lvl2pPr>
            <a:lvl3pPr marL="1371600" lvl="2" indent="-330200" algn="ctr" rtl="0">
              <a:lnSpc>
                <a:spcPct val="100000"/>
              </a:lnSpc>
              <a:spcBef>
                <a:spcPts val="1600"/>
              </a:spcBef>
              <a:spcAft>
                <a:spcPts val="0"/>
              </a:spcAft>
              <a:buSzPts val="1600"/>
              <a:buChar char="■"/>
              <a:defRPr/>
            </a:lvl3pPr>
            <a:lvl4pPr marL="1828800" lvl="3" indent="-330200" algn="ctr" rtl="0">
              <a:lnSpc>
                <a:spcPct val="100000"/>
              </a:lnSpc>
              <a:spcBef>
                <a:spcPts val="1600"/>
              </a:spcBef>
              <a:spcAft>
                <a:spcPts val="0"/>
              </a:spcAft>
              <a:buSzPts val="1600"/>
              <a:buChar char="●"/>
              <a:defRPr/>
            </a:lvl4pPr>
            <a:lvl5pPr marL="2286000" lvl="4" indent="-330200" algn="ctr" rtl="0">
              <a:lnSpc>
                <a:spcPct val="100000"/>
              </a:lnSpc>
              <a:spcBef>
                <a:spcPts val="1600"/>
              </a:spcBef>
              <a:spcAft>
                <a:spcPts val="0"/>
              </a:spcAft>
              <a:buSzPts val="1600"/>
              <a:buChar char="○"/>
              <a:defRPr/>
            </a:lvl5pPr>
            <a:lvl6pPr marL="2743200" lvl="5" indent="-330200" algn="ctr" rtl="0">
              <a:lnSpc>
                <a:spcPct val="100000"/>
              </a:lnSpc>
              <a:spcBef>
                <a:spcPts val="1600"/>
              </a:spcBef>
              <a:spcAft>
                <a:spcPts val="0"/>
              </a:spcAft>
              <a:buSzPts val="1600"/>
              <a:buChar char="■"/>
              <a:defRPr/>
            </a:lvl6pPr>
            <a:lvl7pPr marL="3200400" lvl="6" indent="-330200" algn="ctr" rtl="0">
              <a:lnSpc>
                <a:spcPct val="100000"/>
              </a:lnSpc>
              <a:spcBef>
                <a:spcPts val="1600"/>
              </a:spcBef>
              <a:spcAft>
                <a:spcPts val="0"/>
              </a:spcAft>
              <a:buSzPts val="1600"/>
              <a:buChar char="●"/>
              <a:defRPr/>
            </a:lvl7pPr>
            <a:lvl8pPr marL="3657600" lvl="7" indent="-330200" algn="ctr" rtl="0">
              <a:lnSpc>
                <a:spcPct val="100000"/>
              </a:lnSpc>
              <a:spcBef>
                <a:spcPts val="1600"/>
              </a:spcBef>
              <a:spcAft>
                <a:spcPts val="0"/>
              </a:spcAft>
              <a:buSzPts val="1600"/>
              <a:buChar char="○"/>
              <a:defRPr/>
            </a:lvl8pPr>
            <a:lvl9pPr marL="4114800" lvl="8" indent="-330200" algn="ctr" rtl="0">
              <a:lnSpc>
                <a:spcPct val="100000"/>
              </a:lnSpc>
              <a:spcBef>
                <a:spcPts val="1600"/>
              </a:spcBef>
              <a:spcAft>
                <a:spcPts val="1600"/>
              </a:spcAft>
              <a:buSzPts val="16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266" name="Shape 266"/>
        <p:cNvGrpSpPr/>
        <p:nvPr/>
      </p:nvGrpSpPr>
      <p:grpSpPr>
        <a:xfrm>
          <a:off x="0" y="0"/>
          <a:ext cx="0" cy="0"/>
          <a:chOff x="0" y="0"/>
          <a:chExt cx="0" cy="0"/>
        </a:xfrm>
      </p:grpSpPr>
      <p:sp>
        <p:nvSpPr>
          <p:cNvPr id="267" name="Google Shape;267;p31"/>
          <p:cNvSpPr/>
          <p:nvPr/>
        </p:nvSpPr>
        <p:spPr>
          <a:xfrm rot="-859945" flipH="1">
            <a:off x="5665328" y="3096461"/>
            <a:ext cx="4772748" cy="4241345"/>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 name="Google Shape;268;p31"/>
          <p:cNvSpPr/>
          <p:nvPr/>
        </p:nvSpPr>
        <p:spPr>
          <a:xfrm>
            <a:off x="-4528356"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 name="Google Shape;269;p31"/>
          <p:cNvSpPr/>
          <p:nvPr/>
        </p:nvSpPr>
        <p:spPr>
          <a:xfrm rot="-9405665" flipH="1">
            <a:off x="6846081" y="1281156"/>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 name="Google Shape;270;p31"/>
          <p:cNvSpPr/>
          <p:nvPr/>
        </p:nvSpPr>
        <p:spPr>
          <a:xfrm rot="1478505" flipH="1">
            <a:off x="1794833" y="-211178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 name="Google Shape;271;p31"/>
          <p:cNvSpPr/>
          <p:nvPr/>
        </p:nvSpPr>
        <p:spPr>
          <a:xfrm rot="9524149" flipH="1">
            <a:off x="-6659422" y="-2925302"/>
            <a:ext cx="9471569" cy="60490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 name="Google Shape;272;p31"/>
          <p:cNvSpPr/>
          <p:nvPr/>
        </p:nvSpPr>
        <p:spPr>
          <a:xfrm rot="-9555841">
            <a:off x="-6785773"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 name="Google Shape;273;p31"/>
          <p:cNvSpPr txBox="1"/>
          <p:nvPr>
            <p:ph type="title"/>
          </p:nvPr>
        </p:nvSpPr>
        <p:spPr>
          <a:xfrm>
            <a:off x="1699900" y="2520537"/>
            <a:ext cx="27369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274" name="Google Shape;274;p31"/>
          <p:cNvSpPr txBox="1"/>
          <p:nvPr>
            <p:ph type="subTitle" idx="1"/>
          </p:nvPr>
        </p:nvSpPr>
        <p:spPr>
          <a:xfrm>
            <a:off x="1699975" y="3065348"/>
            <a:ext cx="2736900" cy="103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275" name="Google Shape;275;p31"/>
          <p:cNvSpPr txBox="1"/>
          <p:nvPr>
            <p:ph type="title" idx="2"/>
          </p:nvPr>
        </p:nvSpPr>
        <p:spPr>
          <a:xfrm>
            <a:off x="4707338" y="2520537"/>
            <a:ext cx="27366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276" name="Google Shape;276;p31"/>
          <p:cNvSpPr txBox="1"/>
          <p:nvPr>
            <p:ph type="subTitle" idx="3"/>
          </p:nvPr>
        </p:nvSpPr>
        <p:spPr>
          <a:xfrm>
            <a:off x="4707501" y="3065348"/>
            <a:ext cx="2736600" cy="103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277" name="Google Shape;277;p31"/>
          <p:cNvSpPr txBox="1"/>
          <p:nvPr>
            <p:ph type="title" idx="4"/>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2">
  <p:cSld name="CUSTOM_19">
    <p:spTree>
      <p:nvGrpSpPr>
        <p:cNvPr id="278" name="Shape 278"/>
        <p:cNvGrpSpPr/>
        <p:nvPr/>
      </p:nvGrpSpPr>
      <p:grpSpPr>
        <a:xfrm>
          <a:off x="0" y="0"/>
          <a:ext cx="0" cy="0"/>
          <a:chOff x="0" y="0"/>
          <a:chExt cx="0" cy="0"/>
        </a:xfrm>
      </p:grpSpPr>
      <p:sp>
        <p:nvSpPr>
          <p:cNvPr id="279" name="Google Shape;279;p32"/>
          <p:cNvSpPr txBox="1"/>
          <p:nvPr>
            <p:ph type="title"/>
          </p:nvPr>
        </p:nvSpPr>
        <p:spPr>
          <a:xfrm flipH="1">
            <a:off x="720000" y="438912"/>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80" name="Google Shape;280;p32"/>
          <p:cNvSpPr txBox="1"/>
          <p:nvPr>
            <p:ph type="title" idx="2"/>
          </p:nvPr>
        </p:nvSpPr>
        <p:spPr>
          <a:xfrm>
            <a:off x="4572012" y="3186751"/>
            <a:ext cx="23253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281" name="Google Shape;281;p32"/>
          <p:cNvSpPr txBox="1"/>
          <p:nvPr>
            <p:ph type="subTitle" idx="1"/>
          </p:nvPr>
        </p:nvSpPr>
        <p:spPr>
          <a:xfrm>
            <a:off x="4572037" y="3694826"/>
            <a:ext cx="2325300" cy="62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282" name="Google Shape;282;p32"/>
          <p:cNvSpPr txBox="1"/>
          <p:nvPr>
            <p:ph type="title" idx="3"/>
          </p:nvPr>
        </p:nvSpPr>
        <p:spPr>
          <a:xfrm>
            <a:off x="4572000" y="1747851"/>
            <a:ext cx="23253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283" name="Google Shape;283;p32"/>
          <p:cNvSpPr txBox="1"/>
          <p:nvPr>
            <p:ph type="subTitle" idx="4"/>
          </p:nvPr>
        </p:nvSpPr>
        <p:spPr>
          <a:xfrm>
            <a:off x="4572025" y="2255926"/>
            <a:ext cx="2325300" cy="62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284" name="Google Shape;284;p32"/>
          <p:cNvSpPr/>
          <p:nvPr/>
        </p:nvSpPr>
        <p:spPr>
          <a:xfrm rot="-813319" flipH="1">
            <a:off x="7030742"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3">
  <p:cSld name="CUSTOM_31">
    <p:spTree>
      <p:nvGrpSpPr>
        <p:cNvPr id="285" name="Shape 285"/>
        <p:cNvGrpSpPr/>
        <p:nvPr/>
      </p:nvGrpSpPr>
      <p:grpSpPr>
        <a:xfrm>
          <a:off x="0" y="0"/>
          <a:ext cx="0" cy="0"/>
          <a:chOff x="0" y="0"/>
          <a:chExt cx="0" cy="0"/>
        </a:xfrm>
      </p:grpSpPr>
      <p:sp>
        <p:nvSpPr>
          <p:cNvPr id="286" name="Google Shape;286;p33"/>
          <p:cNvSpPr/>
          <p:nvPr/>
        </p:nvSpPr>
        <p:spPr>
          <a:xfrm rot="-9940055">
            <a:off x="6313853" y="-2245551"/>
            <a:ext cx="4772748" cy="4241345"/>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 name="Google Shape;287;p33"/>
          <p:cNvSpPr/>
          <p:nvPr/>
        </p:nvSpPr>
        <p:spPr>
          <a:xfrm rot="10800000" flipH="1">
            <a:off x="-4512131" y="0"/>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 name="Google Shape;288;p33"/>
          <p:cNvSpPr/>
          <p:nvPr/>
        </p:nvSpPr>
        <p:spPr>
          <a:xfrm rot="405705">
            <a:off x="6781192" y="537430"/>
            <a:ext cx="7309974" cy="6849668"/>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 name="Google Shape;289;p33"/>
          <p:cNvSpPr/>
          <p:nvPr/>
        </p:nvSpPr>
        <p:spPr>
          <a:xfrm rot="10221505">
            <a:off x="2162666" y="4072255"/>
            <a:ext cx="7826058" cy="2877843"/>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 name="Google Shape;290;p33"/>
          <p:cNvSpPr/>
          <p:nvPr/>
        </p:nvSpPr>
        <p:spPr>
          <a:xfrm rot="1275851">
            <a:off x="-7113372" y="1815710"/>
            <a:ext cx="9471569" cy="60490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 name="Google Shape;291;p33"/>
          <p:cNvSpPr/>
          <p:nvPr/>
        </p:nvSpPr>
        <p:spPr>
          <a:xfrm rot="-1244159" flipH="1">
            <a:off x="-7039848" y="-79298"/>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 name="Google Shape;292;p33"/>
          <p:cNvSpPr txBox="1"/>
          <p:nvPr>
            <p:ph type="title"/>
          </p:nvPr>
        </p:nvSpPr>
        <p:spPr>
          <a:xfrm>
            <a:off x="2014775" y="1710525"/>
            <a:ext cx="51141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293" name="Google Shape;293;p33"/>
          <p:cNvSpPr txBox="1"/>
          <p:nvPr>
            <p:ph type="subTitle" idx="1"/>
          </p:nvPr>
        </p:nvSpPr>
        <p:spPr>
          <a:xfrm>
            <a:off x="2014925" y="2255348"/>
            <a:ext cx="51141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294" name="Google Shape;294;p33"/>
          <p:cNvSpPr txBox="1"/>
          <p:nvPr>
            <p:ph type="title" idx="2"/>
          </p:nvPr>
        </p:nvSpPr>
        <p:spPr>
          <a:xfrm>
            <a:off x="2014780" y="3258850"/>
            <a:ext cx="51138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295" name="Google Shape;295;p33"/>
          <p:cNvSpPr txBox="1"/>
          <p:nvPr>
            <p:ph type="subTitle" idx="3"/>
          </p:nvPr>
        </p:nvSpPr>
        <p:spPr>
          <a:xfrm>
            <a:off x="2015075" y="3803672"/>
            <a:ext cx="51138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296" name="Google Shape;296;p33"/>
          <p:cNvSpPr txBox="1"/>
          <p:nvPr>
            <p:ph type="title" idx="4"/>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297" name="Shape 297"/>
        <p:cNvGrpSpPr/>
        <p:nvPr/>
      </p:nvGrpSpPr>
      <p:grpSpPr>
        <a:xfrm>
          <a:off x="0" y="0"/>
          <a:ext cx="0" cy="0"/>
          <a:chOff x="0" y="0"/>
          <a:chExt cx="0" cy="0"/>
        </a:xfrm>
      </p:grpSpPr>
      <p:sp>
        <p:nvSpPr>
          <p:cNvPr id="298" name="Google Shape;298;p34"/>
          <p:cNvSpPr/>
          <p:nvPr/>
        </p:nvSpPr>
        <p:spPr>
          <a:xfrm rot="-10285629">
            <a:off x="6057524" y="-212437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 name="Google Shape;299;p34"/>
          <p:cNvSpPr/>
          <p:nvPr/>
        </p:nvSpPr>
        <p:spPr>
          <a:xfrm flipH="1">
            <a:off x="7942003"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 name="Google Shape;300;p34"/>
          <p:cNvSpPr/>
          <p:nvPr/>
        </p:nvSpPr>
        <p:spPr>
          <a:xfrm rot="2839443">
            <a:off x="-308418" y="2442034"/>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 name="Google Shape;301;p34"/>
          <p:cNvSpPr/>
          <p:nvPr/>
        </p:nvSpPr>
        <p:spPr>
          <a:xfrm rot="9405665">
            <a:off x="-4880740" y="1281181"/>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 name="Google Shape;302;p34"/>
          <p:cNvSpPr/>
          <p:nvPr/>
        </p:nvSpPr>
        <p:spPr>
          <a:xfrm rot="-1478505">
            <a:off x="-2334601"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 name="Google Shape;303;p34"/>
          <p:cNvSpPr/>
          <p:nvPr/>
        </p:nvSpPr>
        <p:spPr>
          <a:xfrm rot="9555841" flipH="1">
            <a:off x="7801702"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 name="Google Shape;304;p34"/>
          <p:cNvSpPr txBox="1"/>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5" name="Google Shape;305;p34"/>
          <p:cNvSpPr txBox="1"/>
          <p:nvPr>
            <p:ph type="title" idx="2"/>
          </p:nvPr>
        </p:nvSpPr>
        <p:spPr>
          <a:xfrm>
            <a:off x="1164025" y="16175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306" name="Google Shape;306;p34"/>
          <p:cNvSpPr txBox="1"/>
          <p:nvPr>
            <p:ph type="subTitle" idx="1"/>
          </p:nvPr>
        </p:nvSpPr>
        <p:spPr>
          <a:xfrm>
            <a:off x="1164075" y="21519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307" name="Google Shape;307;p34"/>
          <p:cNvSpPr txBox="1"/>
          <p:nvPr>
            <p:ph type="title" idx="3"/>
          </p:nvPr>
        </p:nvSpPr>
        <p:spPr>
          <a:xfrm>
            <a:off x="3549063" y="16175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308" name="Google Shape;308;p34"/>
          <p:cNvSpPr txBox="1"/>
          <p:nvPr>
            <p:ph type="subTitle" idx="4"/>
          </p:nvPr>
        </p:nvSpPr>
        <p:spPr>
          <a:xfrm>
            <a:off x="3549150" y="21519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309" name="Google Shape;309;p34"/>
          <p:cNvSpPr txBox="1"/>
          <p:nvPr>
            <p:ph type="title" idx="5"/>
          </p:nvPr>
        </p:nvSpPr>
        <p:spPr>
          <a:xfrm>
            <a:off x="5934100" y="16175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310" name="Google Shape;310;p34"/>
          <p:cNvSpPr txBox="1"/>
          <p:nvPr>
            <p:ph type="subTitle" idx="6"/>
          </p:nvPr>
        </p:nvSpPr>
        <p:spPr>
          <a:xfrm>
            <a:off x="5934225" y="21519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hree columns 1">
  <p:cSld name="CUSTOM_22">
    <p:spTree>
      <p:nvGrpSpPr>
        <p:cNvPr id="311" name="Shape 311"/>
        <p:cNvGrpSpPr/>
        <p:nvPr/>
      </p:nvGrpSpPr>
      <p:grpSpPr>
        <a:xfrm>
          <a:off x="0" y="0"/>
          <a:ext cx="0" cy="0"/>
          <a:chOff x="0" y="0"/>
          <a:chExt cx="0" cy="0"/>
        </a:xfrm>
      </p:grpSpPr>
      <p:sp>
        <p:nvSpPr>
          <p:cNvPr id="312" name="Google Shape;312;p35"/>
          <p:cNvSpPr/>
          <p:nvPr/>
        </p:nvSpPr>
        <p:spPr>
          <a:xfrm rot="10285629" flipH="1">
            <a:off x="-7063092" y="-236754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 name="Google Shape;313;p35"/>
          <p:cNvSpPr/>
          <p:nvPr/>
        </p:nvSpPr>
        <p:spPr>
          <a:xfrm>
            <a:off x="-4432130" y="168593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 name="Google Shape;314;p35"/>
          <p:cNvSpPr/>
          <p:nvPr/>
        </p:nvSpPr>
        <p:spPr>
          <a:xfrm rot="-2839443" flipH="1">
            <a:off x="2550622" y="3252659"/>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 name="Google Shape;315;p35"/>
          <p:cNvSpPr/>
          <p:nvPr/>
        </p:nvSpPr>
        <p:spPr>
          <a:xfrm rot="-10305679" flipH="1">
            <a:off x="6458116" y="671626"/>
            <a:ext cx="7310080" cy="6849767"/>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 name="Google Shape;316;p35"/>
          <p:cNvSpPr/>
          <p:nvPr/>
        </p:nvSpPr>
        <p:spPr>
          <a:xfrm rot="1478505" flipH="1">
            <a:off x="3777012" y="-1076247"/>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7" name="Google Shape;317;p35"/>
          <p:cNvSpPr/>
          <p:nvPr/>
        </p:nvSpPr>
        <p:spPr>
          <a:xfrm rot="-9555841">
            <a:off x="-6505500" y="24943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 name="Google Shape;318;p35"/>
          <p:cNvSpPr txBox="1"/>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19" name="Google Shape;319;p35"/>
          <p:cNvSpPr txBox="1"/>
          <p:nvPr>
            <p:ph type="title" idx="2"/>
          </p:nvPr>
        </p:nvSpPr>
        <p:spPr>
          <a:xfrm>
            <a:off x="1164025" y="29129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320" name="Google Shape;320;p35"/>
          <p:cNvSpPr txBox="1"/>
          <p:nvPr>
            <p:ph type="subTitle" idx="1"/>
          </p:nvPr>
        </p:nvSpPr>
        <p:spPr>
          <a:xfrm>
            <a:off x="1164075" y="34473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321" name="Google Shape;321;p35"/>
          <p:cNvSpPr txBox="1"/>
          <p:nvPr>
            <p:ph type="title" idx="3"/>
          </p:nvPr>
        </p:nvSpPr>
        <p:spPr>
          <a:xfrm>
            <a:off x="3549063" y="23795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322" name="Google Shape;322;p35"/>
          <p:cNvSpPr txBox="1"/>
          <p:nvPr>
            <p:ph type="subTitle" idx="4"/>
          </p:nvPr>
        </p:nvSpPr>
        <p:spPr>
          <a:xfrm>
            <a:off x="3549150" y="29139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323" name="Google Shape;323;p35"/>
          <p:cNvSpPr txBox="1"/>
          <p:nvPr>
            <p:ph type="title" idx="5"/>
          </p:nvPr>
        </p:nvSpPr>
        <p:spPr>
          <a:xfrm>
            <a:off x="5934100" y="29129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324" name="Google Shape;324;p35"/>
          <p:cNvSpPr txBox="1"/>
          <p:nvPr>
            <p:ph type="subTitle" idx="6"/>
          </p:nvPr>
        </p:nvSpPr>
        <p:spPr>
          <a:xfrm>
            <a:off x="5934225" y="34473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2">
  <p:cSld name="CUSTOM_34">
    <p:spTree>
      <p:nvGrpSpPr>
        <p:cNvPr id="325" name="Shape 325"/>
        <p:cNvGrpSpPr/>
        <p:nvPr/>
      </p:nvGrpSpPr>
      <p:grpSpPr>
        <a:xfrm>
          <a:off x="0" y="0"/>
          <a:ext cx="0" cy="0"/>
          <a:chOff x="0" y="0"/>
          <a:chExt cx="0" cy="0"/>
        </a:xfrm>
      </p:grpSpPr>
      <p:sp>
        <p:nvSpPr>
          <p:cNvPr id="326" name="Google Shape;326;p36"/>
          <p:cNvSpPr txBox="1"/>
          <p:nvPr>
            <p:ph type="title"/>
          </p:nvPr>
        </p:nvSpPr>
        <p:spPr>
          <a:xfrm>
            <a:off x="2077025" y="1518376"/>
            <a:ext cx="18150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327" name="Google Shape;327;p36"/>
          <p:cNvSpPr txBox="1"/>
          <p:nvPr>
            <p:ph type="subTitle" idx="1"/>
          </p:nvPr>
        </p:nvSpPr>
        <p:spPr>
          <a:xfrm>
            <a:off x="2077175" y="2063201"/>
            <a:ext cx="5909100" cy="4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328" name="Google Shape;328;p36"/>
          <p:cNvSpPr txBox="1"/>
          <p:nvPr>
            <p:ph type="title" idx="2"/>
          </p:nvPr>
        </p:nvSpPr>
        <p:spPr>
          <a:xfrm>
            <a:off x="2077027" y="2577126"/>
            <a:ext cx="18150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329" name="Google Shape;329;p36"/>
          <p:cNvSpPr txBox="1"/>
          <p:nvPr>
            <p:ph type="subTitle" idx="3"/>
          </p:nvPr>
        </p:nvSpPr>
        <p:spPr>
          <a:xfrm>
            <a:off x="2077350" y="3121951"/>
            <a:ext cx="5908800" cy="4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330" name="Google Shape;330;p36"/>
          <p:cNvSpPr txBox="1"/>
          <p:nvPr>
            <p:ph type="title" idx="4"/>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1" name="Google Shape;331;p36"/>
          <p:cNvSpPr/>
          <p:nvPr/>
        </p:nvSpPr>
        <p:spPr>
          <a:xfrm rot="10285629" flipH="1">
            <a:off x="-6531342" y="-212179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 name="Google Shape;332;p36"/>
          <p:cNvSpPr/>
          <p:nvPr/>
        </p:nvSpPr>
        <p:spPr>
          <a:xfrm>
            <a:off x="-4516430"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 name="Google Shape;333;p36"/>
          <p:cNvSpPr/>
          <p:nvPr/>
        </p:nvSpPr>
        <p:spPr>
          <a:xfrm rot="-2839443" flipH="1">
            <a:off x="877472" y="3220259"/>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 name="Google Shape;334;p36"/>
          <p:cNvSpPr/>
          <p:nvPr/>
        </p:nvSpPr>
        <p:spPr>
          <a:xfrm rot="-10305679" flipH="1">
            <a:off x="6411091" y="301976"/>
            <a:ext cx="7310080" cy="6849767"/>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 name="Google Shape;335;p36"/>
          <p:cNvSpPr/>
          <p:nvPr/>
        </p:nvSpPr>
        <p:spPr>
          <a:xfrm rot="3278516" flipH="1">
            <a:off x="4649136" y="-366101"/>
            <a:ext cx="7826271" cy="287792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 name="Google Shape;336;p36"/>
          <p:cNvSpPr/>
          <p:nvPr/>
        </p:nvSpPr>
        <p:spPr>
          <a:xfrm rot="-9555841">
            <a:off x="-6466450" y="2570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 name="Google Shape;337;p36"/>
          <p:cNvSpPr txBox="1"/>
          <p:nvPr>
            <p:ph type="title" idx="5"/>
          </p:nvPr>
        </p:nvSpPr>
        <p:spPr>
          <a:xfrm>
            <a:off x="2077027" y="3635876"/>
            <a:ext cx="18150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338" name="Google Shape;338;p36"/>
          <p:cNvSpPr txBox="1"/>
          <p:nvPr>
            <p:ph type="subTitle" idx="6"/>
          </p:nvPr>
        </p:nvSpPr>
        <p:spPr>
          <a:xfrm>
            <a:off x="2077350" y="4180701"/>
            <a:ext cx="5908800" cy="4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339" name="Shape 339"/>
        <p:cNvGrpSpPr/>
        <p:nvPr/>
      </p:nvGrpSpPr>
      <p:grpSpPr>
        <a:xfrm>
          <a:off x="0" y="0"/>
          <a:ext cx="0" cy="0"/>
          <a:chOff x="0" y="0"/>
          <a:chExt cx="0" cy="0"/>
        </a:xfrm>
      </p:grpSpPr>
      <p:sp>
        <p:nvSpPr>
          <p:cNvPr id="340" name="Google Shape;340;p37"/>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 name="Google Shape;341;p37"/>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6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 name="Google Shape;342;p37"/>
          <p:cNvSpPr/>
          <p:nvPr/>
        </p:nvSpPr>
        <p:spPr>
          <a:xfrm rot="3394465" flipH="1">
            <a:off x="5593334" y="21714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 name="Google Shape;343;p37"/>
          <p:cNvSpPr/>
          <p:nvPr/>
        </p:nvSpPr>
        <p:spPr>
          <a:xfrm rot="-10285603">
            <a:off x="6336471" y="-29172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 name="Google Shape;344;p37"/>
          <p:cNvSpPr/>
          <p:nvPr/>
        </p:nvSpPr>
        <p:spPr>
          <a:xfrm rot="-2238616">
            <a:off x="-4635728" y="470344"/>
            <a:ext cx="7826078" cy="2877850"/>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 name="Google Shape;345;p37"/>
          <p:cNvSpPr txBox="1"/>
          <p:nvPr>
            <p:ph type="title"/>
          </p:nvPr>
        </p:nvSpPr>
        <p:spPr>
          <a:xfrm>
            <a:off x="5664001" y="1703625"/>
            <a:ext cx="22272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46" name="Google Shape;346;p37"/>
          <p:cNvSpPr txBox="1"/>
          <p:nvPr>
            <p:ph type="subTitle" idx="1"/>
          </p:nvPr>
        </p:nvSpPr>
        <p:spPr>
          <a:xfrm>
            <a:off x="5664053" y="2135500"/>
            <a:ext cx="25086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47" name="Google Shape;347;p37"/>
          <p:cNvSpPr txBox="1"/>
          <p:nvPr>
            <p:ph type="title" idx="2"/>
          </p:nvPr>
        </p:nvSpPr>
        <p:spPr>
          <a:xfrm>
            <a:off x="5664001" y="3198000"/>
            <a:ext cx="22272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48" name="Google Shape;348;p37"/>
          <p:cNvSpPr txBox="1"/>
          <p:nvPr>
            <p:ph type="subTitle" idx="3"/>
          </p:nvPr>
        </p:nvSpPr>
        <p:spPr>
          <a:xfrm>
            <a:off x="5664025" y="3629875"/>
            <a:ext cx="25086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49" name="Google Shape;349;p37"/>
          <p:cNvSpPr txBox="1"/>
          <p:nvPr>
            <p:ph type="title" idx="4"/>
          </p:nvPr>
        </p:nvSpPr>
        <p:spPr>
          <a:xfrm>
            <a:off x="1252726" y="1703625"/>
            <a:ext cx="2227200" cy="48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500"/>
              <a:buNone/>
              <a:defRPr sz="2000">
                <a:latin typeface="Kulim Park"/>
                <a:ea typeface="Kulim Park"/>
                <a:cs typeface="Kulim Park"/>
                <a:sym typeface="Kulim Park"/>
              </a:defRPr>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p:txBody>
      </p:sp>
      <p:sp>
        <p:nvSpPr>
          <p:cNvPr id="350" name="Google Shape;350;p37"/>
          <p:cNvSpPr txBox="1"/>
          <p:nvPr>
            <p:ph type="subTitle" idx="5"/>
          </p:nvPr>
        </p:nvSpPr>
        <p:spPr>
          <a:xfrm>
            <a:off x="971503" y="2135500"/>
            <a:ext cx="2508600" cy="661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atin typeface="Manrope"/>
                <a:ea typeface="Manrope"/>
                <a:cs typeface="Manrope"/>
                <a:sym typeface="Manrope"/>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p:txBody>
      </p:sp>
      <p:sp>
        <p:nvSpPr>
          <p:cNvPr id="351" name="Google Shape;351;p37"/>
          <p:cNvSpPr txBox="1"/>
          <p:nvPr>
            <p:ph type="title" idx="6"/>
          </p:nvPr>
        </p:nvSpPr>
        <p:spPr>
          <a:xfrm>
            <a:off x="1252726" y="3198000"/>
            <a:ext cx="2227200" cy="48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500"/>
              <a:buNone/>
              <a:defRPr sz="2000">
                <a:latin typeface="Kulim Park"/>
                <a:ea typeface="Kulim Park"/>
                <a:cs typeface="Kulim Park"/>
                <a:sym typeface="Kulim Park"/>
              </a:defRPr>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p:txBody>
      </p:sp>
      <p:sp>
        <p:nvSpPr>
          <p:cNvPr id="352" name="Google Shape;352;p37"/>
          <p:cNvSpPr txBox="1"/>
          <p:nvPr>
            <p:ph type="subTitle" idx="7"/>
          </p:nvPr>
        </p:nvSpPr>
        <p:spPr>
          <a:xfrm>
            <a:off x="971475" y="3629875"/>
            <a:ext cx="2508600" cy="661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atin typeface="Manrope"/>
                <a:ea typeface="Manrope"/>
                <a:cs typeface="Manrope"/>
                <a:sym typeface="Manrope"/>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p:txBody>
      </p:sp>
      <p:sp>
        <p:nvSpPr>
          <p:cNvPr id="353" name="Google Shape;353;p37"/>
          <p:cNvSpPr txBox="1"/>
          <p:nvPr>
            <p:ph type="title" idx="8"/>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four columns 1">
  <p:cSld name="CUSTOM_5_1">
    <p:spTree>
      <p:nvGrpSpPr>
        <p:cNvPr id="354" name="Shape 354"/>
        <p:cNvGrpSpPr/>
        <p:nvPr/>
      </p:nvGrpSpPr>
      <p:grpSpPr>
        <a:xfrm>
          <a:off x="0" y="0"/>
          <a:ext cx="0" cy="0"/>
          <a:chOff x="0" y="0"/>
          <a:chExt cx="0" cy="0"/>
        </a:xfrm>
      </p:grpSpPr>
      <p:sp>
        <p:nvSpPr>
          <p:cNvPr id="355" name="Google Shape;355;p38"/>
          <p:cNvSpPr/>
          <p:nvPr/>
        </p:nvSpPr>
        <p:spPr>
          <a:xfrm rot="3394465" flipH="1">
            <a:off x="5593334" y="21714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 name="Google Shape;356;p38"/>
          <p:cNvSpPr/>
          <p:nvPr/>
        </p:nvSpPr>
        <p:spPr>
          <a:xfrm rot="-10285603">
            <a:off x="5869521" y="-29172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 name="Google Shape;357;p38"/>
          <p:cNvSpPr txBox="1"/>
          <p:nvPr>
            <p:ph type="title"/>
          </p:nvPr>
        </p:nvSpPr>
        <p:spPr>
          <a:xfrm flipH="1">
            <a:off x="3993600" y="437700"/>
            <a:ext cx="4410900" cy="6579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58" name="Google Shape;358;p38"/>
          <p:cNvSpPr txBox="1"/>
          <p:nvPr>
            <p:ph type="title" idx="2"/>
          </p:nvPr>
        </p:nvSpPr>
        <p:spPr>
          <a:xfrm>
            <a:off x="4157088" y="2211700"/>
            <a:ext cx="1454400" cy="929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59" name="Google Shape;359;p38"/>
          <p:cNvSpPr txBox="1"/>
          <p:nvPr>
            <p:ph type="subTitle" idx="1"/>
          </p:nvPr>
        </p:nvSpPr>
        <p:spPr>
          <a:xfrm>
            <a:off x="5964350" y="2211700"/>
            <a:ext cx="2440500" cy="92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60" name="Google Shape;360;p38"/>
          <p:cNvSpPr txBox="1"/>
          <p:nvPr>
            <p:ph type="title" idx="3"/>
          </p:nvPr>
        </p:nvSpPr>
        <p:spPr>
          <a:xfrm>
            <a:off x="4157088" y="3465525"/>
            <a:ext cx="1454400" cy="929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61" name="Google Shape;361;p38"/>
          <p:cNvSpPr txBox="1"/>
          <p:nvPr>
            <p:ph type="subTitle" idx="4"/>
          </p:nvPr>
        </p:nvSpPr>
        <p:spPr>
          <a:xfrm>
            <a:off x="5964350" y="3465525"/>
            <a:ext cx="2440500" cy="92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2">
  <p:cSld name="CUSTOM_24">
    <p:spTree>
      <p:nvGrpSpPr>
        <p:cNvPr id="362" name="Shape 362"/>
        <p:cNvGrpSpPr/>
        <p:nvPr/>
      </p:nvGrpSpPr>
      <p:grpSpPr>
        <a:xfrm>
          <a:off x="0" y="0"/>
          <a:ext cx="0" cy="0"/>
          <a:chOff x="0" y="0"/>
          <a:chExt cx="0" cy="0"/>
        </a:xfrm>
      </p:grpSpPr>
      <p:sp>
        <p:nvSpPr>
          <p:cNvPr id="363" name="Google Shape;363;p39"/>
          <p:cNvSpPr/>
          <p:nvPr/>
        </p:nvSpPr>
        <p:spPr>
          <a:xfrm rot="-4102360">
            <a:off x="4113422" y="47654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 name="Google Shape;364;p39"/>
          <p:cNvSpPr/>
          <p:nvPr/>
        </p:nvSpPr>
        <p:spPr>
          <a:xfrm rot="-813319" flipH="1">
            <a:off x="7043160" y="-160894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6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 name="Google Shape;365;p39"/>
          <p:cNvSpPr/>
          <p:nvPr/>
        </p:nvSpPr>
        <p:spPr>
          <a:xfrm rot="-3394465">
            <a:off x="-4084285" y="336016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 name="Google Shape;366;p39"/>
          <p:cNvSpPr/>
          <p:nvPr/>
        </p:nvSpPr>
        <p:spPr>
          <a:xfrm rot="10285603" flipH="1">
            <a:off x="-4881689" y="-1508408"/>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 name="Google Shape;367;p39"/>
          <p:cNvSpPr/>
          <p:nvPr/>
        </p:nvSpPr>
        <p:spPr>
          <a:xfrm rot="6738480" flipH="1">
            <a:off x="5484634" y="1473878"/>
            <a:ext cx="7826261" cy="287791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8" name="Google Shape;368;p39"/>
          <p:cNvSpPr txBox="1"/>
          <p:nvPr>
            <p:ph type="title"/>
          </p:nvPr>
        </p:nvSpPr>
        <p:spPr>
          <a:xfrm>
            <a:off x="4633263" y="2692525"/>
            <a:ext cx="17886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69" name="Google Shape;369;p39"/>
          <p:cNvSpPr txBox="1"/>
          <p:nvPr>
            <p:ph type="subTitle" idx="1"/>
          </p:nvPr>
        </p:nvSpPr>
        <p:spPr>
          <a:xfrm>
            <a:off x="4633297" y="3124400"/>
            <a:ext cx="1788600" cy="84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70" name="Google Shape;370;p39"/>
          <p:cNvSpPr txBox="1"/>
          <p:nvPr>
            <p:ph type="title" idx="2"/>
          </p:nvPr>
        </p:nvSpPr>
        <p:spPr>
          <a:xfrm>
            <a:off x="6544613" y="2692525"/>
            <a:ext cx="17886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71" name="Google Shape;371;p39"/>
          <p:cNvSpPr txBox="1"/>
          <p:nvPr>
            <p:ph type="subTitle" idx="3"/>
          </p:nvPr>
        </p:nvSpPr>
        <p:spPr>
          <a:xfrm>
            <a:off x="6544625" y="3124400"/>
            <a:ext cx="1788600" cy="84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72" name="Google Shape;372;p39"/>
          <p:cNvSpPr txBox="1"/>
          <p:nvPr>
            <p:ph type="title" idx="4"/>
          </p:nvPr>
        </p:nvSpPr>
        <p:spPr>
          <a:xfrm>
            <a:off x="2721863" y="2692525"/>
            <a:ext cx="17886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p:txBody>
      </p:sp>
      <p:sp>
        <p:nvSpPr>
          <p:cNvPr id="373" name="Google Shape;373;p39"/>
          <p:cNvSpPr txBox="1"/>
          <p:nvPr>
            <p:ph type="subTitle" idx="5"/>
          </p:nvPr>
        </p:nvSpPr>
        <p:spPr>
          <a:xfrm>
            <a:off x="2722019" y="3124400"/>
            <a:ext cx="1788600" cy="84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p:txBody>
      </p:sp>
      <p:sp>
        <p:nvSpPr>
          <p:cNvPr id="374" name="Google Shape;374;p39"/>
          <p:cNvSpPr txBox="1"/>
          <p:nvPr>
            <p:ph type="title" idx="6"/>
          </p:nvPr>
        </p:nvSpPr>
        <p:spPr>
          <a:xfrm>
            <a:off x="810613" y="2692525"/>
            <a:ext cx="17886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p:txBody>
      </p:sp>
      <p:sp>
        <p:nvSpPr>
          <p:cNvPr id="375" name="Google Shape;375;p39"/>
          <p:cNvSpPr txBox="1"/>
          <p:nvPr>
            <p:ph type="subTitle" idx="7"/>
          </p:nvPr>
        </p:nvSpPr>
        <p:spPr>
          <a:xfrm>
            <a:off x="810750" y="3124400"/>
            <a:ext cx="1788600" cy="84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p:txBody>
      </p:sp>
      <p:sp>
        <p:nvSpPr>
          <p:cNvPr id="376" name="Google Shape;376;p39"/>
          <p:cNvSpPr txBox="1"/>
          <p:nvPr>
            <p:ph type="title" idx="8"/>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377" name="Shape 377"/>
        <p:cNvGrpSpPr/>
        <p:nvPr/>
      </p:nvGrpSpPr>
      <p:grpSpPr>
        <a:xfrm>
          <a:off x="0" y="0"/>
          <a:ext cx="0" cy="0"/>
          <a:chOff x="0" y="0"/>
          <a:chExt cx="0" cy="0"/>
        </a:xfrm>
      </p:grpSpPr>
      <p:sp>
        <p:nvSpPr>
          <p:cNvPr id="378" name="Google Shape;378;p40"/>
          <p:cNvSpPr/>
          <p:nvPr/>
        </p:nvSpPr>
        <p:spPr>
          <a:xfrm rot="-10285629">
            <a:off x="6057524" y="-212437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 name="Google Shape;379;p40"/>
          <p:cNvSpPr/>
          <p:nvPr/>
        </p:nvSpPr>
        <p:spPr>
          <a:xfrm flipH="1">
            <a:off x="7942003"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 name="Google Shape;380;p40"/>
          <p:cNvSpPr/>
          <p:nvPr/>
        </p:nvSpPr>
        <p:spPr>
          <a:xfrm rot="2839443">
            <a:off x="-308418" y="2442034"/>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 name="Google Shape;381;p40"/>
          <p:cNvSpPr/>
          <p:nvPr/>
        </p:nvSpPr>
        <p:spPr>
          <a:xfrm rot="9405665">
            <a:off x="-5036390" y="1932081"/>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 name="Google Shape;382;p40"/>
          <p:cNvSpPr/>
          <p:nvPr/>
        </p:nvSpPr>
        <p:spPr>
          <a:xfrm rot="-1478505">
            <a:off x="-435239" y="-2304911"/>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 name="Google Shape;383;p40"/>
          <p:cNvSpPr/>
          <p:nvPr/>
        </p:nvSpPr>
        <p:spPr>
          <a:xfrm rot="9555841" flipH="1">
            <a:off x="8042252"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 name="Google Shape;384;p40"/>
          <p:cNvSpPr txBox="1"/>
          <p:nvPr>
            <p:ph type="title"/>
          </p:nvPr>
        </p:nvSpPr>
        <p:spPr>
          <a:xfrm>
            <a:off x="1465625" y="1627425"/>
            <a:ext cx="2746500" cy="460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85" name="Google Shape;385;p40"/>
          <p:cNvSpPr txBox="1"/>
          <p:nvPr>
            <p:ph type="subTitle" idx="1"/>
          </p:nvPr>
        </p:nvSpPr>
        <p:spPr>
          <a:xfrm>
            <a:off x="1465675" y="2087600"/>
            <a:ext cx="27465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86" name="Google Shape;386;p40"/>
          <p:cNvSpPr txBox="1"/>
          <p:nvPr>
            <p:ph type="title" idx="2"/>
          </p:nvPr>
        </p:nvSpPr>
        <p:spPr>
          <a:xfrm>
            <a:off x="1465625" y="2665450"/>
            <a:ext cx="2746500" cy="460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87" name="Google Shape;387;p40"/>
          <p:cNvSpPr txBox="1"/>
          <p:nvPr>
            <p:ph type="subTitle" idx="3"/>
          </p:nvPr>
        </p:nvSpPr>
        <p:spPr>
          <a:xfrm>
            <a:off x="1465675" y="3124625"/>
            <a:ext cx="27465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88" name="Google Shape;388;p40"/>
          <p:cNvSpPr txBox="1"/>
          <p:nvPr>
            <p:ph type="title" idx="4"/>
          </p:nvPr>
        </p:nvSpPr>
        <p:spPr>
          <a:xfrm>
            <a:off x="1465625" y="3703475"/>
            <a:ext cx="2746500" cy="460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89" name="Google Shape;389;p40"/>
          <p:cNvSpPr txBox="1"/>
          <p:nvPr>
            <p:ph type="subTitle" idx="5"/>
          </p:nvPr>
        </p:nvSpPr>
        <p:spPr>
          <a:xfrm>
            <a:off x="1465675" y="4162650"/>
            <a:ext cx="27465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90" name="Google Shape;390;p40"/>
          <p:cNvSpPr txBox="1"/>
          <p:nvPr>
            <p:ph type="title" idx="6"/>
          </p:nvPr>
        </p:nvSpPr>
        <p:spPr>
          <a:xfrm>
            <a:off x="5348850" y="1627425"/>
            <a:ext cx="2746500" cy="460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91" name="Google Shape;391;p40"/>
          <p:cNvSpPr txBox="1"/>
          <p:nvPr>
            <p:ph type="subTitle" idx="7"/>
          </p:nvPr>
        </p:nvSpPr>
        <p:spPr>
          <a:xfrm>
            <a:off x="5348900" y="2087600"/>
            <a:ext cx="27465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92" name="Google Shape;392;p40"/>
          <p:cNvSpPr txBox="1"/>
          <p:nvPr>
            <p:ph type="title" idx="8"/>
          </p:nvPr>
        </p:nvSpPr>
        <p:spPr>
          <a:xfrm>
            <a:off x="5348850" y="2665450"/>
            <a:ext cx="2746500" cy="460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93" name="Google Shape;393;p40"/>
          <p:cNvSpPr txBox="1"/>
          <p:nvPr>
            <p:ph type="subTitle" idx="9"/>
          </p:nvPr>
        </p:nvSpPr>
        <p:spPr>
          <a:xfrm>
            <a:off x="5348900" y="3124625"/>
            <a:ext cx="27465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94" name="Google Shape;394;p40"/>
          <p:cNvSpPr txBox="1"/>
          <p:nvPr>
            <p:ph type="title" idx="13"/>
          </p:nvPr>
        </p:nvSpPr>
        <p:spPr>
          <a:xfrm>
            <a:off x="5348850" y="3703475"/>
            <a:ext cx="2746500" cy="460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395" name="Google Shape;395;p40"/>
          <p:cNvSpPr txBox="1"/>
          <p:nvPr>
            <p:ph type="subTitle" idx="14"/>
          </p:nvPr>
        </p:nvSpPr>
        <p:spPr>
          <a:xfrm>
            <a:off x="5348900" y="4162650"/>
            <a:ext cx="27465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96" name="Google Shape;396;p40"/>
          <p:cNvSpPr txBox="1"/>
          <p:nvPr>
            <p:ph type="title" idx="15"/>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six columns 1">
  <p:cSld name="CUSTOM_7_1">
    <p:spTree>
      <p:nvGrpSpPr>
        <p:cNvPr id="397" name="Shape 397"/>
        <p:cNvGrpSpPr/>
        <p:nvPr/>
      </p:nvGrpSpPr>
      <p:grpSpPr>
        <a:xfrm>
          <a:off x="0" y="0"/>
          <a:ext cx="0" cy="0"/>
          <a:chOff x="0" y="0"/>
          <a:chExt cx="0" cy="0"/>
        </a:xfrm>
      </p:grpSpPr>
      <p:sp>
        <p:nvSpPr>
          <p:cNvPr id="398" name="Google Shape;398;p41"/>
          <p:cNvSpPr/>
          <p:nvPr/>
        </p:nvSpPr>
        <p:spPr>
          <a:xfrm rot="9339447" flipH="1">
            <a:off x="-5157706" y="2195120"/>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 name="Google Shape;399;p41"/>
          <p:cNvSpPr/>
          <p:nvPr/>
        </p:nvSpPr>
        <p:spPr>
          <a:xfrm rot="-10285603">
            <a:off x="7150321" y="-22663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 name="Google Shape;400;p41"/>
          <p:cNvSpPr/>
          <p:nvPr/>
        </p:nvSpPr>
        <p:spPr>
          <a:xfrm rot="649785">
            <a:off x="6848027" y="-2440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 name="Google Shape;401;p41"/>
          <p:cNvSpPr/>
          <p:nvPr/>
        </p:nvSpPr>
        <p:spPr>
          <a:xfrm rot="813319">
            <a:off x="-4299402" y="-47175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 name="Google Shape;402;p41"/>
          <p:cNvSpPr/>
          <p:nvPr/>
        </p:nvSpPr>
        <p:spPr>
          <a:xfrm rot="9089871">
            <a:off x="7049951" y="1893780"/>
            <a:ext cx="7826200" cy="287789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 name="Google Shape;403;p41"/>
          <p:cNvSpPr/>
          <p:nvPr/>
        </p:nvSpPr>
        <p:spPr>
          <a:xfrm rot="-576017">
            <a:off x="-4825529" y="-672274"/>
            <a:ext cx="7826074" cy="287784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 name="Google Shape;404;p41"/>
          <p:cNvSpPr txBox="1"/>
          <p:nvPr>
            <p:ph type="title"/>
          </p:nvPr>
        </p:nvSpPr>
        <p:spPr>
          <a:xfrm>
            <a:off x="721076" y="1932225"/>
            <a:ext cx="22272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05" name="Google Shape;405;p41"/>
          <p:cNvSpPr txBox="1"/>
          <p:nvPr>
            <p:ph type="subTitle" idx="1"/>
          </p:nvPr>
        </p:nvSpPr>
        <p:spPr>
          <a:xfrm>
            <a:off x="721125" y="2287900"/>
            <a:ext cx="2227200" cy="6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06" name="Google Shape;406;p41"/>
          <p:cNvSpPr txBox="1"/>
          <p:nvPr>
            <p:ph type="title" idx="2"/>
          </p:nvPr>
        </p:nvSpPr>
        <p:spPr>
          <a:xfrm>
            <a:off x="721076" y="3841025"/>
            <a:ext cx="22272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07" name="Google Shape;407;p41"/>
          <p:cNvSpPr txBox="1"/>
          <p:nvPr>
            <p:ph type="subTitle" idx="3"/>
          </p:nvPr>
        </p:nvSpPr>
        <p:spPr>
          <a:xfrm>
            <a:off x="721100" y="4196700"/>
            <a:ext cx="2227200" cy="6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08" name="Google Shape;408;p41"/>
          <p:cNvSpPr txBox="1"/>
          <p:nvPr>
            <p:ph type="title" idx="4"/>
          </p:nvPr>
        </p:nvSpPr>
        <p:spPr>
          <a:xfrm>
            <a:off x="3458376" y="1932225"/>
            <a:ext cx="22272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09" name="Google Shape;409;p41"/>
          <p:cNvSpPr txBox="1"/>
          <p:nvPr>
            <p:ph type="subTitle" idx="5"/>
          </p:nvPr>
        </p:nvSpPr>
        <p:spPr>
          <a:xfrm>
            <a:off x="3458425" y="2287900"/>
            <a:ext cx="2227200" cy="6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10" name="Google Shape;410;p41"/>
          <p:cNvSpPr txBox="1"/>
          <p:nvPr>
            <p:ph type="title" idx="6"/>
          </p:nvPr>
        </p:nvSpPr>
        <p:spPr>
          <a:xfrm>
            <a:off x="3458376" y="3841025"/>
            <a:ext cx="22272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11" name="Google Shape;411;p41"/>
          <p:cNvSpPr txBox="1"/>
          <p:nvPr>
            <p:ph type="subTitle" idx="7"/>
          </p:nvPr>
        </p:nvSpPr>
        <p:spPr>
          <a:xfrm>
            <a:off x="3458400" y="4196700"/>
            <a:ext cx="2227200" cy="6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12" name="Google Shape;412;p41"/>
          <p:cNvSpPr txBox="1"/>
          <p:nvPr>
            <p:ph type="title" idx="8"/>
          </p:nvPr>
        </p:nvSpPr>
        <p:spPr>
          <a:xfrm>
            <a:off x="6195726" y="1932225"/>
            <a:ext cx="22272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13" name="Google Shape;413;p41"/>
          <p:cNvSpPr txBox="1"/>
          <p:nvPr>
            <p:ph type="subTitle" idx="9"/>
          </p:nvPr>
        </p:nvSpPr>
        <p:spPr>
          <a:xfrm>
            <a:off x="6195775" y="2287900"/>
            <a:ext cx="2227200" cy="6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14" name="Google Shape;414;p41"/>
          <p:cNvSpPr txBox="1"/>
          <p:nvPr>
            <p:ph type="title" idx="13"/>
          </p:nvPr>
        </p:nvSpPr>
        <p:spPr>
          <a:xfrm>
            <a:off x="6195726" y="3841025"/>
            <a:ext cx="22272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15" name="Google Shape;415;p41"/>
          <p:cNvSpPr txBox="1"/>
          <p:nvPr>
            <p:ph type="subTitle" idx="14"/>
          </p:nvPr>
        </p:nvSpPr>
        <p:spPr>
          <a:xfrm>
            <a:off x="6195750" y="4196700"/>
            <a:ext cx="2227200" cy="6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16" name="Google Shape;416;p41"/>
          <p:cNvSpPr txBox="1"/>
          <p:nvPr>
            <p:ph type="title" idx="15"/>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six columns 2">
  <p:cSld name="CUSTOM_27">
    <p:spTree>
      <p:nvGrpSpPr>
        <p:cNvPr id="417" name="Shape 417"/>
        <p:cNvGrpSpPr/>
        <p:nvPr/>
      </p:nvGrpSpPr>
      <p:grpSpPr>
        <a:xfrm>
          <a:off x="0" y="0"/>
          <a:ext cx="0" cy="0"/>
          <a:chOff x="0" y="0"/>
          <a:chExt cx="0" cy="0"/>
        </a:xfrm>
      </p:grpSpPr>
      <p:sp>
        <p:nvSpPr>
          <p:cNvPr id="418" name="Google Shape;418;p42"/>
          <p:cNvSpPr/>
          <p:nvPr/>
        </p:nvSpPr>
        <p:spPr>
          <a:xfrm rot="-9339447">
            <a:off x="6847042" y="2970420"/>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 name="Google Shape;419;p42"/>
          <p:cNvSpPr/>
          <p:nvPr/>
        </p:nvSpPr>
        <p:spPr>
          <a:xfrm rot="10285603" flipH="1">
            <a:off x="-5277715" y="-2464108"/>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0" name="Google Shape;420;p42"/>
          <p:cNvSpPr/>
          <p:nvPr/>
        </p:nvSpPr>
        <p:spPr>
          <a:xfrm rot="-649785" flipH="1">
            <a:off x="-4089159" y="1056050"/>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 name="Google Shape;421;p42"/>
          <p:cNvSpPr/>
          <p:nvPr/>
        </p:nvSpPr>
        <p:spPr>
          <a:xfrm rot="-813319" flipH="1">
            <a:off x="7695609" y="-35221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 name="Google Shape;422;p42"/>
          <p:cNvSpPr/>
          <p:nvPr/>
        </p:nvSpPr>
        <p:spPr>
          <a:xfrm rot="-9089871" flipH="1">
            <a:off x="-5596635" y="1893780"/>
            <a:ext cx="7826200" cy="287789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 name="Google Shape;423;p42"/>
          <p:cNvSpPr/>
          <p:nvPr/>
        </p:nvSpPr>
        <p:spPr>
          <a:xfrm rot="1476017" flipH="1">
            <a:off x="6812373" y="775527"/>
            <a:ext cx="7826071" cy="287784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 name="Google Shape;424;p42"/>
          <p:cNvSpPr txBox="1"/>
          <p:nvPr>
            <p:ph type="title"/>
          </p:nvPr>
        </p:nvSpPr>
        <p:spPr>
          <a:xfrm>
            <a:off x="1242888" y="1932225"/>
            <a:ext cx="18747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25" name="Google Shape;425;p42"/>
          <p:cNvSpPr txBox="1"/>
          <p:nvPr>
            <p:ph type="subTitle" idx="1"/>
          </p:nvPr>
        </p:nvSpPr>
        <p:spPr>
          <a:xfrm>
            <a:off x="1242930" y="2287900"/>
            <a:ext cx="18747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26" name="Google Shape;426;p42"/>
          <p:cNvSpPr txBox="1"/>
          <p:nvPr>
            <p:ph type="title" idx="2"/>
          </p:nvPr>
        </p:nvSpPr>
        <p:spPr>
          <a:xfrm>
            <a:off x="1242889" y="3588576"/>
            <a:ext cx="18747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27" name="Google Shape;427;p42"/>
          <p:cNvSpPr txBox="1"/>
          <p:nvPr>
            <p:ph type="subTitle" idx="3"/>
          </p:nvPr>
        </p:nvSpPr>
        <p:spPr>
          <a:xfrm>
            <a:off x="1242909" y="3944251"/>
            <a:ext cx="18747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28" name="Google Shape;428;p42"/>
          <p:cNvSpPr txBox="1"/>
          <p:nvPr>
            <p:ph type="title" idx="4"/>
          </p:nvPr>
        </p:nvSpPr>
        <p:spPr>
          <a:xfrm>
            <a:off x="3973163" y="1932225"/>
            <a:ext cx="18747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29" name="Google Shape;429;p42"/>
          <p:cNvSpPr txBox="1"/>
          <p:nvPr>
            <p:ph type="subTitle" idx="5"/>
          </p:nvPr>
        </p:nvSpPr>
        <p:spPr>
          <a:xfrm>
            <a:off x="3973205" y="2287900"/>
            <a:ext cx="18747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30" name="Google Shape;430;p42"/>
          <p:cNvSpPr txBox="1"/>
          <p:nvPr>
            <p:ph type="title" idx="6"/>
          </p:nvPr>
        </p:nvSpPr>
        <p:spPr>
          <a:xfrm>
            <a:off x="3973164" y="3588576"/>
            <a:ext cx="18747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31" name="Google Shape;431;p42"/>
          <p:cNvSpPr txBox="1"/>
          <p:nvPr>
            <p:ph type="subTitle" idx="7"/>
          </p:nvPr>
        </p:nvSpPr>
        <p:spPr>
          <a:xfrm>
            <a:off x="3973184" y="3944251"/>
            <a:ext cx="18747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32" name="Google Shape;432;p42"/>
          <p:cNvSpPr txBox="1"/>
          <p:nvPr>
            <p:ph type="title" idx="8"/>
          </p:nvPr>
        </p:nvSpPr>
        <p:spPr>
          <a:xfrm>
            <a:off x="6703489" y="1932225"/>
            <a:ext cx="18747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33" name="Google Shape;433;p42"/>
          <p:cNvSpPr txBox="1"/>
          <p:nvPr>
            <p:ph type="subTitle" idx="9"/>
          </p:nvPr>
        </p:nvSpPr>
        <p:spPr>
          <a:xfrm>
            <a:off x="6703530" y="2287900"/>
            <a:ext cx="18747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34" name="Google Shape;434;p42"/>
          <p:cNvSpPr txBox="1"/>
          <p:nvPr>
            <p:ph type="title" idx="13"/>
          </p:nvPr>
        </p:nvSpPr>
        <p:spPr>
          <a:xfrm>
            <a:off x="6703489" y="3588576"/>
            <a:ext cx="18747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435" name="Google Shape;435;p42"/>
          <p:cNvSpPr txBox="1"/>
          <p:nvPr>
            <p:ph type="subTitle" idx="14"/>
          </p:nvPr>
        </p:nvSpPr>
        <p:spPr>
          <a:xfrm>
            <a:off x="6703509" y="3944251"/>
            <a:ext cx="18747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36" name="Google Shape;436;p42"/>
          <p:cNvSpPr txBox="1"/>
          <p:nvPr>
            <p:ph type="title" idx="15"/>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437" name="Shape 437"/>
        <p:cNvGrpSpPr/>
        <p:nvPr/>
      </p:nvGrpSpPr>
      <p:grpSpPr>
        <a:xfrm>
          <a:off x="0" y="0"/>
          <a:ext cx="0" cy="0"/>
          <a:chOff x="0" y="0"/>
          <a:chExt cx="0" cy="0"/>
        </a:xfrm>
      </p:grpSpPr>
      <p:sp>
        <p:nvSpPr>
          <p:cNvPr id="438" name="Google Shape;438;p43"/>
          <p:cNvSpPr/>
          <p:nvPr/>
        </p:nvSpPr>
        <p:spPr>
          <a:xfrm rot="813319">
            <a:off x="-2477752"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 name="Google Shape;439;p43"/>
          <p:cNvSpPr/>
          <p:nvPr/>
        </p:nvSpPr>
        <p:spPr>
          <a:xfrm rot="3394465" flipH="1">
            <a:off x="3077084"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 name="Google Shape;440;p43"/>
          <p:cNvSpPr/>
          <p:nvPr/>
        </p:nvSpPr>
        <p:spPr>
          <a:xfrm>
            <a:off x="5315177"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1" name="Google Shape;441;p43"/>
          <p:cNvSpPr/>
          <p:nvPr/>
        </p:nvSpPr>
        <p:spPr>
          <a:xfrm rot="3406877">
            <a:off x="3098060" y="-32126"/>
            <a:ext cx="7826090" cy="287785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 name="Google Shape;442;p43"/>
          <p:cNvSpPr/>
          <p:nvPr/>
        </p:nvSpPr>
        <p:spPr>
          <a:xfrm rot="-649760" flipH="1">
            <a:off x="7075142"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 name="Google Shape;443;p43"/>
          <p:cNvSpPr/>
          <p:nvPr/>
        </p:nvSpPr>
        <p:spPr>
          <a:xfrm rot="-10285603">
            <a:off x="-4701904" y="288969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 name="Google Shape;444;p43"/>
          <p:cNvSpPr txBox="1"/>
          <p:nvPr>
            <p:ph type="title" hasCustomPrompt="1"/>
          </p:nvPr>
        </p:nvSpPr>
        <p:spPr>
          <a:xfrm>
            <a:off x="723300" y="751975"/>
            <a:ext cx="4696800" cy="1323000"/>
          </a:xfrm>
          <a:prstGeom prst="rect">
            <a:avLst/>
          </a:prstGeom>
        </p:spPr>
        <p:txBody>
          <a:bodyPr spcFirstLastPara="1" wrap="square" lIns="91425" tIns="91425" rIns="91425" bIns="91425" anchor="b" anchorCtr="0">
            <a:noAutofit/>
          </a:bodyPr>
          <a:lstStyle>
            <a:lvl1pPr lvl="0" algn="l" rtl="0">
              <a:spcBef>
                <a:spcPts val="0"/>
              </a:spcBef>
              <a:spcAft>
                <a:spcPts val="0"/>
              </a:spcAft>
              <a:buSzPts val="6000"/>
              <a:buNone/>
              <a:defRPr sz="73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445" name="Google Shape;445;p43"/>
          <p:cNvSpPr txBox="1"/>
          <p:nvPr>
            <p:ph type="subTitle" idx="1"/>
          </p:nvPr>
        </p:nvSpPr>
        <p:spPr>
          <a:xfrm>
            <a:off x="723300" y="2038177"/>
            <a:ext cx="4696800" cy="50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PT Sans" panose="020B0503020203020204"/>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4pPr>
            <a:lvl5pPr lvl="4"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5pPr>
            <a:lvl6pPr lvl="5"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6pPr>
            <a:lvl7pPr lvl="6"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7pPr>
            <a:lvl8pPr lvl="7"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8pPr>
            <a:lvl9pPr lvl="8"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9pPr>
          </a:lstStyle>
          <a:p/>
        </p:txBody>
      </p:sp>
      <p:sp>
        <p:nvSpPr>
          <p:cNvPr id="446" name="Google Shape;446;p43"/>
          <p:cNvSpPr txBox="1"/>
          <p:nvPr>
            <p:ph type="title" idx="2" hasCustomPrompt="1"/>
          </p:nvPr>
        </p:nvSpPr>
        <p:spPr>
          <a:xfrm>
            <a:off x="723300" y="2598825"/>
            <a:ext cx="4696800" cy="1323000"/>
          </a:xfrm>
          <a:prstGeom prst="rect">
            <a:avLst/>
          </a:prstGeom>
        </p:spPr>
        <p:txBody>
          <a:bodyPr spcFirstLastPara="1" wrap="square" lIns="91425" tIns="91425" rIns="91425" bIns="91425" anchor="b" anchorCtr="0">
            <a:noAutofit/>
          </a:bodyPr>
          <a:lstStyle>
            <a:lvl1pPr lvl="0" algn="l" rtl="0">
              <a:spcBef>
                <a:spcPts val="0"/>
              </a:spcBef>
              <a:spcAft>
                <a:spcPts val="0"/>
              </a:spcAft>
              <a:buSzPts val="6000"/>
              <a:buNone/>
              <a:defRPr sz="73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447" name="Google Shape;447;p43"/>
          <p:cNvSpPr txBox="1"/>
          <p:nvPr>
            <p:ph type="subTitle" idx="3"/>
          </p:nvPr>
        </p:nvSpPr>
        <p:spPr>
          <a:xfrm>
            <a:off x="723300" y="3889928"/>
            <a:ext cx="4696800" cy="50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PT Sans" panose="020B0503020203020204"/>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4pPr>
            <a:lvl5pPr lvl="4"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5pPr>
            <a:lvl6pPr lvl="5"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6pPr>
            <a:lvl7pPr lvl="6"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7pPr>
            <a:lvl8pPr lvl="7"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8pPr>
            <a:lvl9pPr lvl="8"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Numbers and text 1">
  <p:cSld name="CUSTOM_29">
    <p:spTree>
      <p:nvGrpSpPr>
        <p:cNvPr id="448" name="Shape 448"/>
        <p:cNvGrpSpPr/>
        <p:nvPr/>
      </p:nvGrpSpPr>
      <p:grpSpPr>
        <a:xfrm>
          <a:off x="0" y="0"/>
          <a:ext cx="0" cy="0"/>
          <a:chOff x="0" y="0"/>
          <a:chExt cx="0" cy="0"/>
        </a:xfrm>
      </p:grpSpPr>
      <p:sp>
        <p:nvSpPr>
          <p:cNvPr id="449" name="Google Shape;449;p44"/>
          <p:cNvSpPr/>
          <p:nvPr/>
        </p:nvSpPr>
        <p:spPr>
          <a:xfrm rot="-813319" flipH="1">
            <a:off x="4461871" y="-38204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 name="Google Shape;450;p44"/>
          <p:cNvSpPr/>
          <p:nvPr/>
        </p:nvSpPr>
        <p:spPr>
          <a:xfrm rot="-3394465">
            <a:off x="-4415599"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 name="Google Shape;451;p44"/>
          <p:cNvSpPr/>
          <p:nvPr/>
        </p:nvSpPr>
        <p:spPr>
          <a:xfrm flipH="1">
            <a:off x="-3718816" y="-232974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 name="Google Shape;452;p44"/>
          <p:cNvSpPr/>
          <p:nvPr/>
        </p:nvSpPr>
        <p:spPr>
          <a:xfrm rot="-3406877" flipH="1">
            <a:off x="4741603" y="2701799"/>
            <a:ext cx="7826090" cy="287785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 name="Google Shape;453;p44"/>
          <p:cNvSpPr/>
          <p:nvPr/>
        </p:nvSpPr>
        <p:spPr>
          <a:xfrm rot="649760">
            <a:off x="-3160798" y="3729042"/>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 name="Google Shape;454;p44"/>
          <p:cNvSpPr/>
          <p:nvPr/>
        </p:nvSpPr>
        <p:spPr>
          <a:xfrm rot="10285603" flipH="1">
            <a:off x="4594972" y="288969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 name="Google Shape;455;p44"/>
          <p:cNvSpPr txBox="1"/>
          <p:nvPr>
            <p:ph type="title" hasCustomPrompt="1"/>
          </p:nvPr>
        </p:nvSpPr>
        <p:spPr>
          <a:xfrm>
            <a:off x="2223600" y="539500"/>
            <a:ext cx="4696800" cy="855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56" name="Google Shape;456;p44"/>
          <p:cNvSpPr txBox="1"/>
          <p:nvPr>
            <p:ph type="subTitle" idx="1"/>
          </p:nvPr>
        </p:nvSpPr>
        <p:spPr>
          <a:xfrm>
            <a:off x="2223600" y="1437838"/>
            <a:ext cx="4696800" cy="34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Font typeface="PT Sans" panose="020B0503020203020204"/>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9pPr>
          </a:lstStyle>
          <a:p/>
        </p:txBody>
      </p:sp>
      <p:sp>
        <p:nvSpPr>
          <p:cNvPr id="457" name="Google Shape;457;p44"/>
          <p:cNvSpPr txBox="1"/>
          <p:nvPr>
            <p:ph type="title" idx="2" hasCustomPrompt="1"/>
          </p:nvPr>
        </p:nvSpPr>
        <p:spPr>
          <a:xfrm>
            <a:off x="2223600" y="3354350"/>
            <a:ext cx="4696800" cy="855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58" name="Google Shape;458;p44"/>
          <p:cNvSpPr txBox="1"/>
          <p:nvPr>
            <p:ph type="subTitle" idx="3"/>
          </p:nvPr>
        </p:nvSpPr>
        <p:spPr>
          <a:xfrm>
            <a:off x="2223600" y="4257426"/>
            <a:ext cx="4696800" cy="34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Font typeface="PT Sans" panose="020B0503020203020204"/>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9pPr>
          </a:lstStyle>
          <a:p/>
        </p:txBody>
      </p:sp>
      <p:sp>
        <p:nvSpPr>
          <p:cNvPr id="459" name="Google Shape;459;p44"/>
          <p:cNvSpPr txBox="1"/>
          <p:nvPr>
            <p:ph type="title" idx="4" hasCustomPrompt="1"/>
          </p:nvPr>
        </p:nvSpPr>
        <p:spPr>
          <a:xfrm>
            <a:off x="2223600" y="1944550"/>
            <a:ext cx="4696800" cy="855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60" name="Google Shape;460;p44"/>
          <p:cNvSpPr txBox="1"/>
          <p:nvPr>
            <p:ph type="subTitle" idx="5"/>
          </p:nvPr>
        </p:nvSpPr>
        <p:spPr>
          <a:xfrm>
            <a:off x="2223600" y="2847626"/>
            <a:ext cx="4696800" cy="34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Font typeface="PT Sans" panose="020B0503020203020204"/>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SzPts val="1600"/>
              <a:buFont typeface="PT Sans" panose="020B0503020203020204"/>
              <a:buNone/>
              <a:defRPr>
                <a:latin typeface="PT Sans" panose="020B0503020203020204"/>
                <a:ea typeface="PT Sans" panose="020B0503020203020204"/>
                <a:cs typeface="PT Sans" panose="020B0503020203020204"/>
                <a:sym typeface="PT Sans" panose="020B0503020203020204"/>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Numbers and text 2">
  <p:cSld name="CUSTOM_8_1">
    <p:spTree>
      <p:nvGrpSpPr>
        <p:cNvPr id="461" name="Shape 461"/>
        <p:cNvGrpSpPr/>
        <p:nvPr/>
      </p:nvGrpSpPr>
      <p:grpSpPr>
        <a:xfrm>
          <a:off x="0" y="0"/>
          <a:ext cx="0" cy="0"/>
          <a:chOff x="0" y="0"/>
          <a:chExt cx="0" cy="0"/>
        </a:xfrm>
      </p:grpSpPr>
      <p:sp>
        <p:nvSpPr>
          <p:cNvPr id="462" name="Google Shape;462;p45"/>
          <p:cNvSpPr/>
          <p:nvPr/>
        </p:nvSpPr>
        <p:spPr>
          <a:xfrm rot="-3394465">
            <a:off x="-2929870"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3" name="Google Shape;463;p45"/>
          <p:cNvSpPr/>
          <p:nvPr/>
        </p:nvSpPr>
        <p:spPr>
          <a:xfrm flipH="1">
            <a:off x="-4081962"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 name="Google Shape;464;p45"/>
          <p:cNvSpPr/>
          <p:nvPr/>
        </p:nvSpPr>
        <p:spPr>
          <a:xfrm rot="-3952094" flipH="1">
            <a:off x="-3954406" y="-32116"/>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 name="Google Shape;465;p45"/>
          <p:cNvSpPr/>
          <p:nvPr/>
        </p:nvSpPr>
        <p:spPr>
          <a:xfrm rot="649760">
            <a:off x="-3199069"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 name="Google Shape;466;p45"/>
          <p:cNvSpPr/>
          <p:nvPr/>
        </p:nvSpPr>
        <p:spPr>
          <a:xfrm rot="-813319" flipH="1">
            <a:off x="4926200"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 name="Google Shape;467;p45"/>
          <p:cNvSpPr/>
          <p:nvPr/>
        </p:nvSpPr>
        <p:spPr>
          <a:xfrm rot="10285603" flipH="1">
            <a:off x="6080701"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 name="Google Shape;468;p45"/>
          <p:cNvSpPr/>
          <p:nvPr/>
        </p:nvSpPr>
        <p:spPr>
          <a:xfrm rot="7426355" flipH="1">
            <a:off x="658205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 name="Google Shape;469;p45"/>
          <p:cNvSpPr txBox="1"/>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70" name="Google Shape;470;p45"/>
          <p:cNvSpPr txBox="1"/>
          <p:nvPr>
            <p:ph type="title" idx="2"/>
          </p:nvPr>
        </p:nvSpPr>
        <p:spPr>
          <a:xfrm>
            <a:off x="872476" y="1425413"/>
            <a:ext cx="23052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471" name="Google Shape;471;p45"/>
          <p:cNvSpPr txBox="1"/>
          <p:nvPr>
            <p:ph type="subTitle" idx="1"/>
          </p:nvPr>
        </p:nvSpPr>
        <p:spPr>
          <a:xfrm>
            <a:off x="872475" y="3674675"/>
            <a:ext cx="2305200" cy="93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472" name="Google Shape;472;p45"/>
          <p:cNvSpPr txBox="1"/>
          <p:nvPr>
            <p:ph type="title" idx="3"/>
          </p:nvPr>
        </p:nvSpPr>
        <p:spPr>
          <a:xfrm>
            <a:off x="3498100" y="1425413"/>
            <a:ext cx="2147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473" name="Google Shape;473;p45"/>
          <p:cNvSpPr txBox="1"/>
          <p:nvPr>
            <p:ph type="subTitle" idx="4"/>
          </p:nvPr>
        </p:nvSpPr>
        <p:spPr>
          <a:xfrm>
            <a:off x="3498101" y="3674675"/>
            <a:ext cx="2147700" cy="93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474" name="Google Shape;474;p45"/>
          <p:cNvSpPr txBox="1"/>
          <p:nvPr>
            <p:ph type="title" idx="5"/>
          </p:nvPr>
        </p:nvSpPr>
        <p:spPr>
          <a:xfrm>
            <a:off x="5966121" y="1425413"/>
            <a:ext cx="23055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475" name="Google Shape;475;p45"/>
          <p:cNvSpPr txBox="1"/>
          <p:nvPr>
            <p:ph type="subTitle" idx="6"/>
          </p:nvPr>
        </p:nvSpPr>
        <p:spPr>
          <a:xfrm>
            <a:off x="5966125" y="3674675"/>
            <a:ext cx="2305500" cy="93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476" name="Google Shape;476;p45"/>
          <p:cNvSpPr txBox="1"/>
          <p:nvPr>
            <p:ph type="title" idx="7" hasCustomPrompt="1"/>
          </p:nvPr>
        </p:nvSpPr>
        <p:spPr>
          <a:xfrm>
            <a:off x="1573073" y="2523644"/>
            <a:ext cx="898200" cy="435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77" name="Google Shape;477;p45"/>
          <p:cNvSpPr txBox="1"/>
          <p:nvPr>
            <p:ph type="title" idx="8" hasCustomPrompt="1"/>
          </p:nvPr>
        </p:nvSpPr>
        <p:spPr>
          <a:xfrm>
            <a:off x="4123139" y="2518934"/>
            <a:ext cx="898200" cy="435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78" name="Google Shape;478;p45"/>
          <p:cNvSpPr txBox="1"/>
          <p:nvPr>
            <p:ph type="title" idx="9" hasCustomPrompt="1"/>
          </p:nvPr>
        </p:nvSpPr>
        <p:spPr>
          <a:xfrm>
            <a:off x="6672769" y="2523644"/>
            <a:ext cx="898200" cy="435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Numbers and text 3">
  <p:cSld name="CUSTOM_30">
    <p:spTree>
      <p:nvGrpSpPr>
        <p:cNvPr id="479" name="Shape 479"/>
        <p:cNvGrpSpPr/>
        <p:nvPr/>
      </p:nvGrpSpPr>
      <p:grpSpPr>
        <a:xfrm>
          <a:off x="0" y="0"/>
          <a:ext cx="0" cy="0"/>
          <a:chOff x="0" y="0"/>
          <a:chExt cx="0" cy="0"/>
        </a:xfrm>
      </p:grpSpPr>
      <p:sp>
        <p:nvSpPr>
          <p:cNvPr id="480" name="Google Shape;480;p46"/>
          <p:cNvSpPr/>
          <p:nvPr/>
        </p:nvSpPr>
        <p:spPr>
          <a:xfrm rot="7405535">
            <a:off x="3401384" y="-4181093"/>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 name="Google Shape;481;p46"/>
          <p:cNvSpPr/>
          <p:nvPr/>
        </p:nvSpPr>
        <p:spPr>
          <a:xfrm rot="10800000" flipH="1">
            <a:off x="6191327" y="657454"/>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 name="Google Shape;482;p46"/>
          <p:cNvSpPr/>
          <p:nvPr/>
        </p:nvSpPr>
        <p:spPr>
          <a:xfrm rot="6847906" flipH="1">
            <a:off x="5303136" y="1964597"/>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3" name="Google Shape;483;p46"/>
          <p:cNvSpPr/>
          <p:nvPr/>
        </p:nvSpPr>
        <p:spPr>
          <a:xfrm rot="-10150240">
            <a:off x="7399442" y="4033234"/>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 name="Google Shape;484;p46"/>
          <p:cNvSpPr/>
          <p:nvPr/>
        </p:nvSpPr>
        <p:spPr>
          <a:xfrm rot="9986681" flipH="1">
            <a:off x="-2153452" y="2195519"/>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5" name="Google Shape;485;p46"/>
          <p:cNvSpPr/>
          <p:nvPr/>
        </p:nvSpPr>
        <p:spPr>
          <a:xfrm rot="-514397" flipH="1">
            <a:off x="-4377604" y="-3714358"/>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6" name="Google Shape;486;p46"/>
          <p:cNvSpPr/>
          <p:nvPr/>
        </p:nvSpPr>
        <p:spPr>
          <a:xfrm rot="-3373645" flipH="1">
            <a:off x="-5233242" y="79968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7" name="Google Shape;487;p46"/>
          <p:cNvSpPr txBox="1"/>
          <p:nvPr>
            <p:ph type="title"/>
          </p:nvPr>
        </p:nvSpPr>
        <p:spPr>
          <a:xfrm>
            <a:off x="872476" y="2613288"/>
            <a:ext cx="23052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488" name="Google Shape;488;p46"/>
          <p:cNvSpPr txBox="1"/>
          <p:nvPr>
            <p:ph type="subTitle" idx="1"/>
          </p:nvPr>
        </p:nvSpPr>
        <p:spPr>
          <a:xfrm>
            <a:off x="872475" y="2979000"/>
            <a:ext cx="2305200" cy="93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489" name="Google Shape;489;p46"/>
          <p:cNvSpPr txBox="1"/>
          <p:nvPr>
            <p:ph type="title" idx="2"/>
          </p:nvPr>
        </p:nvSpPr>
        <p:spPr>
          <a:xfrm>
            <a:off x="3498100" y="2613288"/>
            <a:ext cx="2147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490" name="Google Shape;490;p46"/>
          <p:cNvSpPr txBox="1"/>
          <p:nvPr>
            <p:ph type="subTitle" idx="3"/>
          </p:nvPr>
        </p:nvSpPr>
        <p:spPr>
          <a:xfrm>
            <a:off x="3498101" y="2979000"/>
            <a:ext cx="2147700" cy="93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491" name="Google Shape;491;p46"/>
          <p:cNvSpPr txBox="1"/>
          <p:nvPr>
            <p:ph type="title" idx="4"/>
          </p:nvPr>
        </p:nvSpPr>
        <p:spPr>
          <a:xfrm>
            <a:off x="5966121" y="2613288"/>
            <a:ext cx="23055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p:txBody>
      </p:sp>
      <p:sp>
        <p:nvSpPr>
          <p:cNvPr id="492" name="Google Shape;492;p46"/>
          <p:cNvSpPr txBox="1"/>
          <p:nvPr>
            <p:ph type="subTitle" idx="5"/>
          </p:nvPr>
        </p:nvSpPr>
        <p:spPr>
          <a:xfrm>
            <a:off x="5966125" y="2979000"/>
            <a:ext cx="2305500" cy="93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493" name="Google Shape;493;p46"/>
          <p:cNvSpPr txBox="1"/>
          <p:nvPr>
            <p:ph type="title" idx="6" hasCustomPrompt="1"/>
          </p:nvPr>
        </p:nvSpPr>
        <p:spPr>
          <a:xfrm>
            <a:off x="1407025" y="1529650"/>
            <a:ext cx="1230300" cy="435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4" name="Google Shape;494;p46"/>
          <p:cNvSpPr txBox="1"/>
          <p:nvPr>
            <p:ph type="title" idx="7" hasCustomPrompt="1"/>
          </p:nvPr>
        </p:nvSpPr>
        <p:spPr>
          <a:xfrm>
            <a:off x="3957087" y="1524925"/>
            <a:ext cx="1230300" cy="435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5" name="Google Shape;495;p46"/>
          <p:cNvSpPr txBox="1"/>
          <p:nvPr>
            <p:ph type="title" idx="8" hasCustomPrompt="1"/>
          </p:nvPr>
        </p:nvSpPr>
        <p:spPr>
          <a:xfrm>
            <a:off x="6506727" y="1529650"/>
            <a:ext cx="1230300" cy="435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496" name="Shape 496"/>
        <p:cNvGrpSpPr/>
        <p:nvPr/>
      </p:nvGrpSpPr>
      <p:grpSpPr>
        <a:xfrm>
          <a:off x="0" y="0"/>
          <a:ext cx="0" cy="0"/>
          <a:chOff x="0" y="0"/>
          <a:chExt cx="0" cy="0"/>
        </a:xfrm>
      </p:grpSpPr>
      <p:sp>
        <p:nvSpPr>
          <p:cNvPr id="497" name="Google Shape;497;p47"/>
          <p:cNvSpPr/>
          <p:nvPr/>
        </p:nvSpPr>
        <p:spPr>
          <a:xfrm rot="-813319" flipH="1">
            <a:off x="4432698" y="-34242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8" name="Google Shape;498;p47"/>
          <p:cNvSpPr/>
          <p:nvPr/>
        </p:nvSpPr>
        <p:spPr>
          <a:xfrm rot="649785">
            <a:off x="-1816445" y="-7384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9" name="Google Shape;499;p47"/>
          <p:cNvSpPr/>
          <p:nvPr/>
        </p:nvSpPr>
        <p:spPr>
          <a:xfrm flipH="1">
            <a:off x="620870" y="2238100"/>
            <a:ext cx="7471673" cy="477180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0" name="Google Shape;500;p47"/>
          <p:cNvSpPr/>
          <p:nvPr/>
        </p:nvSpPr>
        <p:spPr>
          <a:xfrm rot="-8823147" flipH="1">
            <a:off x="5804215" y="2808773"/>
            <a:ext cx="5990392" cy="5613180"/>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1" name="Google Shape;501;p47"/>
          <p:cNvSpPr/>
          <p:nvPr/>
        </p:nvSpPr>
        <p:spPr>
          <a:xfrm rot="8100000" flipH="1">
            <a:off x="-2522993" y="494176"/>
            <a:ext cx="4935837" cy="3769884"/>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2" name="Google Shape;502;p47"/>
          <p:cNvSpPr/>
          <p:nvPr/>
        </p:nvSpPr>
        <p:spPr>
          <a:xfrm rot="-649785" flipH="1">
            <a:off x="3942880" y="44011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3" name="Google Shape;503;p47"/>
          <p:cNvSpPr/>
          <p:nvPr/>
        </p:nvSpPr>
        <p:spPr>
          <a:xfrm rot="-2128845" flipH="1">
            <a:off x="-1704639" y="-1767729"/>
            <a:ext cx="7826192" cy="287789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4" name="Google Shape;504;p47"/>
          <p:cNvSpPr txBox="1"/>
          <p:nvPr>
            <p:ph type="title"/>
          </p:nvPr>
        </p:nvSpPr>
        <p:spPr>
          <a:xfrm>
            <a:off x="1276650" y="438900"/>
            <a:ext cx="6590700" cy="1000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7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05" name="Google Shape;505;p47"/>
          <p:cNvSpPr txBox="1"/>
          <p:nvPr>
            <p:ph type="subTitle" idx="1"/>
          </p:nvPr>
        </p:nvSpPr>
        <p:spPr>
          <a:xfrm>
            <a:off x="2854650" y="1652972"/>
            <a:ext cx="3434700" cy="1000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506" name="Google Shape;506;p47"/>
          <p:cNvSpPr/>
          <p:nvPr/>
        </p:nvSpPr>
        <p:spPr>
          <a:xfrm rot="9555807" flipH="1">
            <a:off x="7660042" y="2297294"/>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7" name="Google Shape;507;p47"/>
          <p:cNvSpPr txBox="1"/>
          <p:nvPr/>
        </p:nvSpPr>
        <p:spPr>
          <a:xfrm>
            <a:off x="1672100" y="3967300"/>
            <a:ext cx="5806800" cy="3699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a:solidFill>
                  <a:schemeClr val="dk1"/>
                </a:solidFill>
                <a:latin typeface="Manrope"/>
                <a:ea typeface="Manrope"/>
                <a:cs typeface="Manrope"/>
                <a:sym typeface="Manrope"/>
              </a:rPr>
              <a:t>CREDITS: This presentation template was created by </a:t>
            </a:r>
            <a:r>
              <a:rPr lang="en-GB" b="1">
                <a:solidFill>
                  <a:schemeClr val="dk1"/>
                </a:solidFill>
                <a:uFill>
                  <a:noFill/>
                </a:uFill>
                <a:latin typeface="Manrope"/>
                <a:ea typeface="Manrope"/>
                <a:cs typeface="Manrope"/>
                <a:sym typeface="Manrope"/>
                <a:hlinkClick r:id="rId2"/>
              </a:rPr>
              <a:t>Slidesgo</a:t>
            </a:r>
            <a:r>
              <a:rPr lang="en-GB">
                <a:solidFill>
                  <a:schemeClr val="dk1"/>
                </a:solidFill>
                <a:latin typeface="Manrope"/>
                <a:ea typeface="Manrope"/>
                <a:cs typeface="Manrope"/>
                <a:sym typeface="Manrope"/>
              </a:rPr>
              <a:t>, and includes icons by</a:t>
            </a:r>
            <a:r>
              <a:rPr lang="en-GB" b="1">
                <a:solidFill>
                  <a:schemeClr val="dk1"/>
                </a:solidFill>
                <a:latin typeface="Manrope"/>
                <a:ea typeface="Manrope"/>
                <a:cs typeface="Manrope"/>
                <a:sym typeface="Manrope"/>
              </a:rPr>
              <a:t> </a:t>
            </a:r>
            <a:r>
              <a:rPr lang="en-GB" b="1">
                <a:solidFill>
                  <a:schemeClr val="dk1"/>
                </a:solidFill>
                <a:uFill>
                  <a:noFill/>
                </a:uFill>
                <a:latin typeface="Manrope"/>
                <a:ea typeface="Manrope"/>
                <a:cs typeface="Manrope"/>
                <a:sym typeface="Manrope"/>
                <a:hlinkClick r:id="rId3"/>
              </a:rPr>
              <a:t>Flaticon</a:t>
            </a:r>
            <a:r>
              <a:rPr lang="en-GB">
                <a:solidFill>
                  <a:schemeClr val="dk1"/>
                </a:solidFill>
                <a:latin typeface="Manrope"/>
                <a:ea typeface="Manrope"/>
                <a:cs typeface="Manrope"/>
                <a:sym typeface="Manrope"/>
              </a:rPr>
              <a:t>, and infographics &amp; images by</a:t>
            </a:r>
            <a:r>
              <a:rPr lang="en-GB" b="1">
                <a:solidFill>
                  <a:schemeClr val="dk1"/>
                </a:solidFill>
                <a:latin typeface="Manrope"/>
                <a:ea typeface="Manrope"/>
                <a:cs typeface="Manrope"/>
                <a:sym typeface="Manrope"/>
              </a:rPr>
              <a:t> </a:t>
            </a:r>
            <a:r>
              <a:rPr lang="en-GB" b="1">
                <a:solidFill>
                  <a:schemeClr val="dk1"/>
                </a:solidFill>
                <a:uFill>
                  <a:noFill/>
                </a:uFill>
                <a:latin typeface="Manrope"/>
                <a:ea typeface="Manrope"/>
                <a:cs typeface="Manrope"/>
                <a:sym typeface="Manrope"/>
                <a:hlinkClick r:id="rId4"/>
              </a:rPr>
              <a:t>Freepik</a:t>
            </a:r>
            <a:endParaRPr b="1">
              <a:solidFill>
                <a:schemeClr val="dk1"/>
              </a:solidFill>
              <a:latin typeface="Manrope"/>
              <a:ea typeface="Manrope"/>
              <a:cs typeface="Manrope"/>
              <a:sym typeface="Manrope"/>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508" name="Shape 508"/>
        <p:cNvGrpSpPr/>
        <p:nvPr/>
      </p:nvGrpSpPr>
      <p:grpSpPr>
        <a:xfrm>
          <a:off x="0" y="0"/>
          <a:ext cx="0" cy="0"/>
          <a:chOff x="0" y="0"/>
          <a:chExt cx="0" cy="0"/>
        </a:xfrm>
      </p:grpSpPr>
      <p:sp>
        <p:nvSpPr>
          <p:cNvPr id="509" name="Google Shape;509;p48"/>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0" name="Google Shape;510;p48"/>
          <p:cNvSpPr/>
          <p:nvPr/>
        </p:nvSpPr>
        <p:spPr>
          <a:xfrm flipH="1">
            <a:off x="6818628" y="25866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1" name="Google Shape;511;p48"/>
          <p:cNvSpPr/>
          <p:nvPr/>
        </p:nvSpPr>
        <p:spPr>
          <a:xfrm rot="9748587" flipH="1">
            <a:off x="5601527" y="2021265"/>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2" name="Google Shape;512;p48"/>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3" name="Google Shape;513;p48"/>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4" name="Google Shape;514;p48"/>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515" name="Shape 515"/>
        <p:cNvGrpSpPr/>
        <p:nvPr/>
      </p:nvGrpSpPr>
      <p:grpSpPr>
        <a:xfrm>
          <a:off x="0" y="0"/>
          <a:ext cx="0" cy="0"/>
          <a:chOff x="0" y="0"/>
          <a:chExt cx="0" cy="0"/>
        </a:xfrm>
      </p:grpSpPr>
      <p:sp>
        <p:nvSpPr>
          <p:cNvPr id="516" name="Google Shape;516;p49"/>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7" name="Google Shape;517;p49"/>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6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8" name="Google Shape;518;p49"/>
          <p:cNvSpPr/>
          <p:nvPr/>
        </p:nvSpPr>
        <p:spPr>
          <a:xfrm rot="3394465" flipH="1">
            <a:off x="5593334" y="21714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9" name="Google Shape;519;p49"/>
          <p:cNvSpPr/>
          <p:nvPr/>
        </p:nvSpPr>
        <p:spPr>
          <a:xfrm rot="-10285603">
            <a:off x="6336471" y="-29172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0" name="Google Shape;520;p49"/>
          <p:cNvSpPr/>
          <p:nvPr/>
        </p:nvSpPr>
        <p:spPr>
          <a:xfrm rot="-2238616">
            <a:off x="-4635728" y="470344"/>
            <a:ext cx="7826078" cy="2877850"/>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2">
  <p:cSld name="CUSTOM_36">
    <p:spTree>
      <p:nvGrpSpPr>
        <p:cNvPr id="521" name="Shape 521"/>
        <p:cNvGrpSpPr/>
        <p:nvPr/>
      </p:nvGrpSpPr>
      <p:grpSpPr>
        <a:xfrm>
          <a:off x="0" y="0"/>
          <a:ext cx="0" cy="0"/>
          <a:chOff x="0" y="0"/>
          <a:chExt cx="0" cy="0"/>
        </a:xfrm>
      </p:grpSpPr>
      <p:sp>
        <p:nvSpPr>
          <p:cNvPr id="522" name="Google Shape;522;p50"/>
          <p:cNvSpPr/>
          <p:nvPr/>
        </p:nvSpPr>
        <p:spPr>
          <a:xfrm rot="813319">
            <a:off x="-1121291" y="-34242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3" name="Google Shape;523;p50"/>
          <p:cNvSpPr/>
          <p:nvPr/>
        </p:nvSpPr>
        <p:spPr>
          <a:xfrm rot="-649785" flipH="1">
            <a:off x="6971064" y="-7384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 name="Google Shape;524;p50"/>
          <p:cNvSpPr/>
          <p:nvPr/>
        </p:nvSpPr>
        <p:spPr>
          <a:xfrm>
            <a:off x="1620973" y="2238100"/>
            <a:ext cx="7471673" cy="477180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 name="Google Shape;525;p50"/>
          <p:cNvSpPr/>
          <p:nvPr/>
        </p:nvSpPr>
        <p:spPr>
          <a:xfrm rot="8823147">
            <a:off x="-2081090" y="2808773"/>
            <a:ext cx="5990392" cy="5613180"/>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 name="Google Shape;526;p50"/>
          <p:cNvSpPr/>
          <p:nvPr/>
        </p:nvSpPr>
        <p:spPr>
          <a:xfrm rot="-8100000">
            <a:off x="7300672" y="494176"/>
            <a:ext cx="4935837" cy="3769884"/>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7" name="Google Shape;527;p50"/>
          <p:cNvSpPr/>
          <p:nvPr/>
        </p:nvSpPr>
        <p:spPr>
          <a:xfrm rot="649785">
            <a:off x="1211739" y="44011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 name="Google Shape;528;p50"/>
          <p:cNvSpPr/>
          <p:nvPr/>
        </p:nvSpPr>
        <p:spPr>
          <a:xfrm rot="2128845">
            <a:off x="3591964" y="-1767729"/>
            <a:ext cx="7826192" cy="287789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9" name="Google Shape;529;p50"/>
          <p:cNvSpPr/>
          <p:nvPr/>
        </p:nvSpPr>
        <p:spPr>
          <a:xfrm rot="-9555807">
            <a:off x="-5772621" y="2297294"/>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3">
  <p:cSld name="CUSTOM_37">
    <p:spTree>
      <p:nvGrpSpPr>
        <p:cNvPr id="530" name="Shape 530"/>
        <p:cNvGrpSpPr/>
        <p:nvPr/>
      </p:nvGrpSpPr>
      <p:grpSpPr>
        <a:xfrm>
          <a:off x="0" y="0"/>
          <a:ext cx="0" cy="0"/>
          <a:chOff x="0" y="0"/>
          <a:chExt cx="0" cy="0"/>
        </a:xfrm>
      </p:grpSpPr>
      <p:sp>
        <p:nvSpPr>
          <p:cNvPr id="531" name="Google Shape;531;p51"/>
          <p:cNvSpPr/>
          <p:nvPr/>
        </p:nvSpPr>
        <p:spPr>
          <a:xfrm rot="-7405535" flipH="1">
            <a:off x="-3234670" y="-3952493"/>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2" name="Google Shape;532;p51"/>
          <p:cNvSpPr/>
          <p:nvPr/>
        </p:nvSpPr>
        <p:spPr>
          <a:xfrm rot="10800000">
            <a:off x="-4386762" y="886054"/>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3" name="Google Shape;533;p51"/>
          <p:cNvSpPr/>
          <p:nvPr/>
        </p:nvSpPr>
        <p:spPr>
          <a:xfrm rot="-6847906">
            <a:off x="-4259206" y="2193197"/>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4" name="Google Shape;534;p51"/>
          <p:cNvSpPr/>
          <p:nvPr/>
        </p:nvSpPr>
        <p:spPr>
          <a:xfrm rot="10150240" flipH="1">
            <a:off x="-3503869" y="4261834"/>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5" name="Google Shape;535;p51"/>
          <p:cNvSpPr/>
          <p:nvPr/>
        </p:nvSpPr>
        <p:spPr>
          <a:xfrm rot="-9986681">
            <a:off x="4621400" y="2424119"/>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6" name="Google Shape;536;p51"/>
          <p:cNvSpPr/>
          <p:nvPr/>
        </p:nvSpPr>
        <p:spPr>
          <a:xfrm rot="514397">
            <a:off x="5775901" y="-3485758"/>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7" name="Google Shape;537;p51"/>
          <p:cNvSpPr/>
          <p:nvPr/>
        </p:nvSpPr>
        <p:spPr>
          <a:xfrm rot="3373645">
            <a:off x="6277252" y="102828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1" Type="http://schemas.openxmlformats.org/officeDocument/2006/relationships/theme" Target="../theme/theme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721075" y="438900"/>
            <a:ext cx="7698600" cy="572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dk1"/>
              </a:buClr>
              <a:buSzPts val="2800"/>
              <a:buFont typeface="Kulim Park"/>
              <a:buNone/>
              <a:defRPr sz="2800">
                <a:solidFill>
                  <a:schemeClr val="dk1"/>
                </a:solidFill>
                <a:latin typeface="Kulim Park"/>
                <a:ea typeface="Kulim Park"/>
                <a:cs typeface="Kulim Park"/>
                <a:sym typeface="Kulim Park"/>
              </a:defRPr>
            </a:lvl1pPr>
            <a:lvl2pPr lvl="1"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2pPr>
            <a:lvl3pPr lvl="2"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3pPr>
            <a:lvl4pPr lvl="3"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4pPr>
            <a:lvl5pPr lvl="4"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5pPr>
            <a:lvl6pPr lvl="5"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6pPr>
            <a:lvl7pPr lvl="6"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7pPr>
            <a:lvl8pPr lvl="7"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8pPr>
            <a:lvl9pPr lvl="8"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9pPr>
          </a:lstStyle>
          <a:p/>
        </p:txBody>
      </p:sp>
      <p:sp>
        <p:nvSpPr>
          <p:cNvPr id="7" name="Google Shape;7;p1"/>
          <p:cNvSpPr txBox="1"/>
          <p:nvPr>
            <p:ph type="body" idx="1"/>
          </p:nvPr>
        </p:nvSpPr>
        <p:spPr>
          <a:xfrm>
            <a:off x="721075" y="1351868"/>
            <a:ext cx="7701900" cy="32475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1pPr>
            <a:lvl2pPr marL="914400" lvl="1"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2pPr>
            <a:lvl3pPr marL="1371600" lvl="2"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3pPr>
            <a:lvl4pPr marL="1828800" lvl="3"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4pPr>
            <a:lvl5pPr marL="2286000" lvl="4"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5pPr>
            <a:lvl6pPr marL="2743200" lvl="5"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6pPr>
            <a:lvl7pPr marL="3200400" lvl="6"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7pPr>
            <a:lvl8pPr marL="3657600" lvl="7"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8pPr>
            <a:lvl9pPr marL="4114800" lvl="8"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4.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4.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6.xml"/><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6.xml"/><Relationship Id="rId2" Type="http://schemas.openxmlformats.org/officeDocument/2006/relationships/image" Target="../media/image7.jpeg"/><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6.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6.xml"/><Relationship Id="rId1" Type="http://schemas.openxmlformats.org/officeDocument/2006/relationships/image" Target="../media/image9.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6.xml"/><Relationship Id="rId1" Type="http://schemas.openxmlformats.org/officeDocument/2006/relationships/image" Target="../media/image10.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6.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6.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0.xml"/><Relationship Id="rId1" Type="http://schemas.openxmlformats.org/officeDocument/2006/relationships/image" Target="../media/image1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5.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9.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5.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5.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5.xml"/><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xml"/><Relationship Id="rId1"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6.xml"/><Relationship Id="rId1"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6.xml"/><Relationship Id="rId1"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image" Target="../media/image26.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6.xml"/><Relationship Id="rId1" Type="http://schemas.openxmlformats.org/officeDocument/2006/relationships/image" Target="../media/image27.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6.xml"/><Relationship Id="rId1" Type="http://schemas.openxmlformats.org/officeDocument/2006/relationships/image" Target="../media/image28.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6.xml"/><Relationship Id="rId1" Type="http://schemas.openxmlformats.org/officeDocument/2006/relationships/image" Target="../media/image29.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51" name="Shape 551"/>
        <p:cNvGrpSpPr/>
        <p:nvPr/>
      </p:nvGrpSpPr>
      <p:grpSpPr>
        <a:xfrm>
          <a:off x="0" y="0"/>
          <a:ext cx="0" cy="0"/>
          <a:chOff x="0" y="0"/>
          <a:chExt cx="0" cy="0"/>
        </a:xfrm>
      </p:grpSpPr>
      <p:sp>
        <p:nvSpPr>
          <p:cNvPr id="552" name="Google Shape;552;p57"/>
          <p:cNvSpPr txBox="1"/>
          <p:nvPr>
            <p:ph type="ctrTitle"/>
          </p:nvPr>
        </p:nvSpPr>
        <p:spPr>
          <a:xfrm>
            <a:off x="723265" y="1063625"/>
            <a:ext cx="7697470" cy="137287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2800" b="1" dirty="0">
                <a:latin typeface="Segoe UI Black" panose="020B0A02040204020203" charset="0"/>
                <a:cs typeface="Segoe UI Black" panose="020B0A02040204020203" charset="0"/>
                <a:sym typeface="+mn-ea"/>
              </a:rPr>
              <a:t>KHÓA LUẬN TỐT NGHIỆP</a:t>
            </a:r>
            <a:br>
              <a:rPr lang="en-GB" sz="2800" dirty="0">
                <a:latin typeface="Segoe UI Black" panose="020B0A02040204020203" charset="0"/>
                <a:cs typeface="Segoe UI Black" panose="020B0A02040204020203" charset="0"/>
                <a:sym typeface="+mn-ea"/>
              </a:rPr>
            </a:br>
            <a:r>
              <a:rPr lang="en-GB" sz="1800" b="1" dirty="0">
                <a:latin typeface="Segoe UI Black" panose="020B0A02040204020203" charset="0"/>
                <a:cs typeface="Segoe UI Black" panose="020B0A02040204020203" charset="0"/>
                <a:sym typeface="+mn-ea"/>
              </a:rPr>
              <a:t>ĐỀ TÀI: XÂY DỰNG HỆ THỐNG </a:t>
            </a:r>
            <a:br>
              <a:rPr lang="en-GB" sz="1800" b="1" dirty="0">
                <a:latin typeface="Segoe UI Black" panose="020B0A02040204020203" charset="0"/>
                <a:cs typeface="Segoe UI Black" panose="020B0A02040204020203" charset="0"/>
                <a:sym typeface="+mn-ea"/>
              </a:rPr>
            </a:br>
            <a:r>
              <a:rPr lang="en-GB" sz="1800" b="1" dirty="0">
                <a:latin typeface="Segoe UI Black" panose="020B0A02040204020203" charset="0"/>
                <a:cs typeface="Segoe UI Black" panose="020B0A02040204020203" charset="0"/>
                <a:sym typeface="+mn-ea"/>
              </a:rPr>
              <a:t>QUẢN LÝ TUYỂN DỤNG NHÂN SỰ</a:t>
            </a:r>
            <a:endParaRPr sz="2800">
              <a:solidFill>
                <a:schemeClr val="dk2"/>
              </a:solidFill>
              <a:latin typeface="Segoe UI Black" panose="020B0A02040204020203" charset="0"/>
              <a:ea typeface="Kulim Park"/>
              <a:cs typeface="Segoe UI Black" panose="020B0A02040204020203" charset="0"/>
              <a:sym typeface="Kulim Park"/>
            </a:endParaRPr>
          </a:p>
        </p:txBody>
      </p:sp>
      <p:sp>
        <p:nvSpPr>
          <p:cNvPr id="553" name="Google Shape;553;p57"/>
          <p:cNvSpPr txBox="1"/>
          <p:nvPr>
            <p:ph type="subTitle" idx="1"/>
          </p:nvPr>
        </p:nvSpPr>
        <p:spPr>
          <a:xfrm>
            <a:off x="2321560" y="2503170"/>
            <a:ext cx="5218430" cy="1146175"/>
          </a:xfrm>
          <a:prstGeom prst="rect">
            <a:avLst/>
          </a:prstGeom>
        </p:spPr>
        <p:txBody>
          <a:bodyPr spcFirstLastPara="1" wrap="square" lIns="91425" tIns="91425" rIns="91425" bIns="91425" anchor="ctr" anchorCtr="0">
            <a:noAutofit/>
          </a:bodyPr>
          <a:lstStyle/>
          <a:p>
            <a:pPr marL="1362075" lvl="0" indent="-1362075" algn="l" rtl="0">
              <a:spcBef>
                <a:spcPts val="0"/>
              </a:spcBef>
              <a:spcAft>
                <a:spcPts val="0"/>
              </a:spcAft>
              <a:buNone/>
            </a:pPr>
            <a:r>
              <a:rPr lang="en-GB" dirty="0">
                <a:latin typeface="Calibri" panose="020F0502020204030204" charset="0"/>
                <a:cs typeface="Calibri" panose="020F0502020204030204" charset="0"/>
                <a:sym typeface="+mn-ea"/>
              </a:rPr>
              <a:t>MÃ SINH VIÊN: 	</a:t>
            </a:r>
            <a:r>
              <a:rPr lang="en-US" altLang="en-GB" dirty="0">
                <a:latin typeface="Calibri" panose="020F0502020204030204" charset="0"/>
                <a:cs typeface="Calibri" panose="020F0502020204030204" charset="0"/>
                <a:sym typeface="+mn-ea"/>
              </a:rPr>
              <a:t>	</a:t>
            </a:r>
            <a:r>
              <a:rPr lang="en-GB" dirty="0">
                <a:latin typeface="Calibri" panose="020F0502020204030204" charset="0"/>
                <a:cs typeface="Calibri" panose="020F0502020204030204" charset="0"/>
                <a:sym typeface="+mn-ea"/>
              </a:rPr>
              <a:t>A3</a:t>
            </a:r>
            <a:r>
              <a:rPr lang="en-US" altLang="en-GB" dirty="0">
                <a:latin typeface="Calibri" panose="020F0502020204030204" charset="0"/>
                <a:cs typeface="Calibri" panose="020F0502020204030204" charset="0"/>
                <a:sym typeface="+mn-ea"/>
              </a:rPr>
              <a:t>5983</a:t>
            </a:r>
            <a:endParaRPr lang="en-GB" b="1" dirty="0">
              <a:latin typeface="Calibri" panose="020F0502020204030204" charset="0"/>
              <a:cs typeface="Calibri" panose="020F0502020204030204" charset="0"/>
            </a:endParaRPr>
          </a:p>
          <a:p>
            <a:pPr marL="1362075" lvl="0" indent="-1362075" algn="l" rtl="0">
              <a:spcBef>
                <a:spcPts val="0"/>
              </a:spcBef>
              <a:spcAft>
                <a:spcPts val="0"/>
              </a:spcAft>
              <a:buNone/>
            </a:pPr>
            <a:r>
              <a:rPr lang="en-GB" dirty="0">
                <a:latin typeface="Calibri" panose="020F0502020204030204" charset="0"/>
                <a:cs typeface="Calibri" panose="020F0502020204030204" charset="0"/>
                <a:sym typeface="+mn-ea"/>
              </a:rPr>
              <a:t>HỌ VÀ TÊN: 	</a:t>
            </a:r>
            <a:r>
              <a:rPr lang="en-US" altLang="en-GB" dirty="0">
                <a:latin typeface="Calibri" panose="020F0502020204030204" charset="0"/>
                <a:cs typeface="Calibri" panose="020F0502020204030204" charset="0"/>
                <a:sym typeface="+mn-ea"/>
              </a:rPr>
              <a:t>	KIỀU HẢI LONG</a:t>
            </a:r>
            <a:endParaRPr lang="en-US" altLang="en-GB" dirty="0">
              <a:latin typeface="Calibri" panose="020F0502020204030204" charset="0"/>
              <a:cs typeface="Calibri" panose="020F0502020204030204" charset="0"/>
              <a:sym typeface="+mn-ea"/>
            </a:endParaRPr>
          </a:p>
          <a:p>
            <a:pPr marL="1362075" lvl="0" indent="-1362075" algn="l" rtl="0">
              <a:spcBef>
                <a:spcPts val="0"/>
              </a:spcBef>
              <a:spcAft>
                <a:spcPts val="0"/>
              </a:spcAft>
              <a:buNone/>
            </a:pPr>
            <a:r>
              <a:rPr lang="en-US" dirty="0">
                <a:latin typeface="Calibri" panose="020F0502020204030204" charset="0"/>
                <a:cs typeface="Calibri" panose="020F0502020204030204" charset="0"/>
                <a:sym typeface="+mn-ea"/>
              </a:rPr>
              <a:t>NGÀNH HỌC: 		CÔNG NGHỆ THÔNG TIN</a:t>
            </a:r>
            <a:endParaRPr lang="en-US" b="1" dirty="0">
              <a:latin typeface="Calibri" panose="020F0502020204030204" charset="0"/>
              <a:cs typeface="Calibri" panose="020F0502020204030204" charset="0"/>
            </a:endParaRPr>
          </a:p>
          <a:p>
            <a:pPr marL="1362075" lvl="0" indent="-1362075" algn="l" rtl="0">
              <a:spcBef>
                <a:spcPts val="0"/>
              </a:spcBef>
              <a:spcAft>
                <a:spcPts val="0"/>
              </a:spcAft>
              <a:buNone/>
            </a:pPr>
            <a:r>
              <a:rPr lang="en-US" dirty="0">
                <a:latin typeface="Calibri" panose="020F0502020204030204" charset="0"/>
                <a:cs typeface="Calibri" panose="020F0502020204030204" charset="0"/>
                <a:sym typeface="+mn-ea"/>
              </a:rPr>
              <a:t>GIÁO VIÊN HD:		T.S NGUYỄN THỊ HUYỀN CHÂU</a:t>
            </a:r>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57" name="Shape 557"/>
        <p:cNvGrpSpPr/>
        <p:nvPr/>
      </p:nvGrpSpPr>
      <p:grpSpPr>
        <a:xfrm>
          <a:off x="0" y="0"/>
          <a:ext cx="0" cy="0"/>
          <a:chOff x="0" y="0"/>
          <a:chExt cx="0" cy="0"/>
        </a:xfrm>
      </p:grpSpPr>
      <p:sp>
        <p:nvSpPr>
          <p:cNvPr id="558" name="Google Shape;558;p58"/>
          <p:cNvSpPr txBox="1"/>
          <p:nvPr>
            <p:ph type="title"/>
          </p:nvPr>
        </p:nvSpPr>
        <p:spPr>
          <a:xfrm flipH="1">
            <a:off x="719925" y="43770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4000" b="1" dirty="0">
                <a:solidFill>
                  <a:srgbClr val="164A4A"/>
                </a:solidFill>
                <a:latin typeface="Calibri" panose="020F0502020204030204" charset="0"/>
                <a:cs typeface="Calibri" panose="020F0502020204030204" charset="0"/>
                <a:sym typeface="+mn-ea"/>
              </a:rPr>
              <a:t>Nội Dung Trình bày</a:t>
            </a:r>
            <a:endParaRPr lang="en-GB" sz="4000"/>
          </a:p>
        </p:txBody>
      </p:sp>
      <p:sp>
        <p:nvSpPr>
          <p:cNvPr id="2" name="Google Shape;384;p44"/>
          <p:cNvSpPr txBox="1">
            <a:spLocks noGrp="1"/>
          </p:cNvSpPr>
          <p:nvPr>
            <p:ph type="subTitle" idx="1"/>
          </p:nvPr>
        </p:nvSpPr>
        <p:spPr>
          <a:xfrm>
            <a:off x="1689502" y="1346034"/>
            <a:ext cx="4901586" cy="3136854"/>
          </a:xfrm>
          <a:prstGeom prst="rect">
            <a:avLst/>
          </a:prstGeom>
        </p:spPr>
        <p:txBody>
          <a:bodyPr spcFirstLastPara="1" wrap="square" lIns="0" tIns="0" rIns="0" bIns="0" anchor="t" anchorCtr="0">
            <a:noAutofit/>
          </a:bodyPr>
          <a:p>
            <a:pPr marL="400050" lvl="0" indent="-400050" algn="l" rtl="0">
              <a:spcBef>
                <a:spcPts val="0"/>
              </a:spcBef>
              <a:spcAft>
                <a:spcPts val="1200"/>
              </a:spcAft>
              <a:buAutoNum type="romanUcParenR"/>
            </a:pPr>
            <a:r>
              <a:rPr lang="en-US" sz="2800" b="1" dirty="0" err="1">
                <a:solidFill>
                  <a:srgbClr val="164A4A"/>
                </a:solidFill>
                <a:latin typeface="Calibri" panose="020F0502020204030204" charset="0"/>
                <a:cs typeface="Calibri" panose="020F0502020204030204" charset="0"/>
              </a:rPr>
              <a:t>Mô</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tả</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bài</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toán</a:t>
            </a:r>
            <a:r>
              <a:rPr lang="en-US" sz="2800" b="1" dirty="0">
                <a:solidFill>
                  <a:srgbClr val="164A4A"/>
                </a:solidFill>
                <a:latin typeface="Calibri" panose="020F0502020204030204" charset="0"/>
                <a:cs typeface="Calibri" panose="020F0502020204030204" charset="0"/>
              </a:rPr>
              <a:t> </a:t>
            </a:r>
            <a:endParaRPr lang="en-US" sz="2800" b="1" dirty="0">
              <a:solidFill>
                <a:srgbClr val="164A4A"/>
              </a:solidFill>
              <a:latin typeface="Calibri" panose="020F0502020204030204" charset="0"/>
              <a:cs typeface="Calibri" panose="020F0502020204030204" charset="0"/>
            </a:endParaRPr>
          </a:p>
          <a:p>
            <a:pPr marL="400050" lvl="0" indent="-400050" algn="l" rtl="0">
              <a:spcBef>
                <a:spcPts val="0"/>
              </a:spcBef>
              <a:spcAft>
                <a:spcPts val="1200"/>
              </a:spcAft>
              <a:buAutoNum type="romanUcParenR"/>
            </a:pPr>
            <a:r>
              <a:rPr lang="en-US" sz="2800" b="1" dirty="0" err="1">
                <a:solidFill>
                  <a:srgbClr val="164A4A"/>
                </a:solidFill>
                <a:latin typeface="Calibri" panose="020F0502020204030204" charset="0"/>
                <a:cs typeface="Calibri" panose="020F0502020204030204" charset="0"/>
              </a:rPr>
              <a:t>Cơ</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sở</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lý</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thuyết</a:t>
            </a:r>
            <a:r>
              <a:rPr lang="en-US" sz="2800" b="1" dirty="0">
                <a:solidFill>
                  <a:srgbClr val="164A4A"/>
                </a:solidFill>
                <a:latin typeface="Calibri" panose="020F0502020204030204" charset="0"/>
                <a:cs typeface="Calibri" panose="020F0502020204030204" charset="0"/>
              </a:rPr>
              <a:t> </a:t>
            </a:r>
            <a:endParaRPr lang="en-US" sz="2800" b="1" dirty="0">
              <a:solidFill>
                <a:srgbClr val="164A4A"/>
              </a:solidFill>
              <a:latin typeface="Calibri" panose="020F0502020204030204" charset="0"/>
              <a:cs typeface="Calibri" panose="020F0502020204030204" charset="0"/>
            </a:endParaRPr>
          </a:p>
          <a:p>
            <a:pPr marL="400050" lvl="0" indent="-400050" algn="l" rtl="0">
              <a:spcBef>
                <a:spcPts val="0"/>
              </a:spcBef>
              <a:spcAft>
                <a:spcPts val="1200"/>
              </a:spcAft>
              <a:buAutoNum type="romanUcParenR"/>
            </a:pPr>
            <a:r>
              <a:rPr lang="en-US" sz="2800" b="1" dirty="0" err="1">
                <a:solidFill>
                  <a:srgbClr val="164A4A"/>
                </a:solidFill>
                <a:latin typeface="Calibri" panose="020F0502020204030204" charset="0"/>
                <a:cs typeface="Calibri" panose="020F0502020204030204" charset="0"/>
              </a:rPr>
              <a:t>Phân</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tích</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thiết</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kế</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hệ</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thống</a:t>
            </a:r>
            <a:endParaRPr lang="en-US" sz="2800" b="1" dirty="0">
              <a:solidFill>
                <a:srgbClr val="164A4A"/>
              </a:solidFill>
              <a:latin typeface="Calibri" panose="020F0502020204030204" charset="0"/>
              <a:cs typeface="Calibri" panose="020F0502020204030204" charset="0"/>
            </a:endParaRPr>
          </a:p>
          <a:p>
            <a:pPr marL="400050" lvl="0" indent="-400050" algn="l" rtl="0">
              <a:spcBef>
                <a:spcPts val="0"/>
              </a:spcBef>
              <a:spcAft>
                <a:spcPts val="1200"/>
              </a:spcAft>
              <a:buAutoNum type="romanUcParenR"/>
            </a:pPr>
            <a:r>
              <a:rPr lang="en-US" sz="2800" b="1" dirty="0" err="1">
                <a:solidFill>
                  <a:srgbClr val="164A4A"/>
                </a:solidFill>
                <a:latin typeface="Calibri" panose="020F0502020204030204" charset="0"/>
                <a:cs typeface="Calibri" panose="020F0502020204030204" charset="0"/>
              </a:rPr>
              <a:t>Tính</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năng</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tiêu</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biểu</a:t>
            </a:r>
            <a:endParaRPr lang="en-US" sz="2800" b="1" dirty="0">
              <a:solidFill>
                <a:srgbClr val="164A4A"/>
              </a:solidFill>
              <a:latin typeface="Calibri" panose="020F0502020204030204" charset="0"/>
              <a:cs typeface="Calibri" panose="020F0502020204030204" charset="0"/>
            </a:endParaRPr>
          </a:p>
          <a:p>
            <a:pPr marL="400050" lvl="0" indent="-400050" algn="l" rtl="0">
              <a:spcBef>
                <a:spcPts val="0"/>
              </a:spcBef>
              <a:spcAft>
                <a:spcPts val="1200"/>
              </a:spcAft>
              <a:buAutoNum type="romanUcParenR"/>
            </a:pPr>
            <a:r>
              <a:rPr lang="en-US" sz="2800" b="1" dirty="0">
                <a:solidFill>
                  <a:srgbClr val="164A4A"/>
                </a:solidFill>
                <a:latin typeface="Calibri" panose="020F0502020204030204" charset="0"/>
                <a:cs typeface="Calibri" panose="020F0502020204030204" charset="0"/>
              </a:rPr>
              <a:t>Demo </a:t>
            </a:r>
            <a:r>
              <a:rPr lang="en-US" sz="2800" b="1" dirty="0" err="1">
                <a:solidFill>
                  <a:srgbClr val="164A4A"/>
                </a:solidFill>
                <a:latin typeface="Calibri" panose="020F0502020204030204" charset="0"/>
                <a:cs typeface="Calibri" panose="020F0502020204030204" charset="0"/>
              </a:rPr>
              <a:t>chương</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trình</a:t>
            </a:r>
            <a:endParaRPr lang="en-US" sz="2800" b="1" dirty="0">
              <a:solidFill>
                <a:srgbClr val="164A4A"/>
              </a:solidFill>
              <a:latin typeface="Calibri" panose="020F0502020204030204" charset="0"/>
              <a:cs typeface="Calibri" panose="020F0502020204030204" charset="0"/>
            </a:endParaRPr>
          </a:p>
          <a:p>
            <a:pPr marL="400050" lvl="0" indent="-400050" algn="l" rtl="0">
              <a:spcBef>
                <a:spcPts val="0"/>
              </a:spcBef>
              <a:spcAft>
                <a:spcPts val="1200"/>
              </a:spcAft>
              <a:buAutoNum type="romanUcParenR"/>
            </a:pPr>
            <a:r>
              <a:rPr lang="en-US" sz="2800" b="1" dirty="0" err="1">
                <a:solidFill>
                  <a:srgbClr val="164A4A"/>
                </a:solidFill>
                <a:latin typeface="Calibri" panose="020F0502020204030204" charset="0"/>
                <a:cs typeface="Calibri" panose="020F0502020204030204" charset="0"/>
              </a:rPr>
              <a:t>Kết</a:t>
            </a:r>
            <a:r>
              <a:rPr lang="en-US" sz="2800" b="1" dirty="0">
                <a:solidFill>
                  <a:srgbClr val="164A4A"/>
                </a:solidFill>
                <a:latin typeface="Calibri" panose="020F0502020204030204" charset="0"/>
                <a:cs typeface="Calibri" panose="020F0502020204030204" charset="0"/>
              </a:rPr>
              <a:t> </a:t>
            </a:r>
            <a:r>
              <a:rPr lang="en-US" sz="2800" b="1" dirty="0" err="1">
                <a:solidFill>
                  <a:srgbClr val="164A4A"/>
                </a:solidFill>
                <a:latin typeface="Calibri" panose="020F0502020204030204" charset="0"/>
                <a:cs typeface="Calibri" panose="020F0502020204030204" charset="0"/>
              </a:rPr>
              <a:t>luận</a:t>
            </a:r>
            <a:endParaRPr sz="2800" b="1" dirty="0">
              <a:solidFill>
                <a:srgbClr val="164A4A"/>
              </a:solidFill>
              <a:latin typeface="Calibri" panose="020F0502020204030204" charset="0"/>
              <a:cs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51" name="Shape 751"/>
        <p:cNvGrpSpPr/>
        <p:nvPr/>
      </p:nvGrpSpPr>
      <p:grpSpPr>
        <a:xfrm>
          <a:off x="0" y="0"/>
          <a:ext cx="0" cy="0"/>
          <a:chOff x="0" y="0"/>
          <a:chExt cx="0" cy="0"/>
        </a:xfrm>
      </p:grpSpPr>
      <p:sp>
        <p:nvSpPr>
          <p:cNvPr id="752" name="Google Shape;752;p74"/>
          <p:cNvSpPr txBox="1"/>
          <p:nvPr>
            <p:ph type="subTitle" idx="1"/>
          </p:nvPr>
        </p:nvSpPr>
        <p:spPr>
          <a:xfrm>
            <a:off x="220980" y="1071880"/>
            <a:ext cx="3528060" cy="313245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Trong bối cảnh thị trường lao động ngày càng cạnh tranh, một trang web tuyển dụng hiệu quả không chỉ giúp doanh nghiệp thu hút được nhân tài mà còn giúp ứng viên tìm kiếm cơ hội nghề nghiệp phù hợp.</a:t>
            </a:r>
            <a:r>
              <a:rPr lang="en-US" altLang="en-GB"/>
              <a:t> Vì vậy em đã lựa chọn chủ đề về hệ thống tuyển dụng cho bài khoá luận của mình nhằm tạo ra một nền tảng kết nối giữa nhà tuyển dụng và ứng viên và tự động hoá việc quản lý quy trình tuyển dụng  cho doanh nghiệp</a:t>
            </a:r>
            <a:endParaRPr lang="en-US" altLang="en-GB"/>
          </a:p>
        </p:txBody>
      </p:sp>
      <p:sp>
        <p:nvSpPr>
          <p:cNvPr id="753" name="Google Shape;753;p74"/>
          <p:cNvSpPr txBox="1"/>
          <p:nvPr>
            <p:ph type="title"/>
          </p:nvPr>
        </p:nvSpPr>
        <p:spPr>
          <a:xfrm flipH="1">
            <a:off x="288925" y="315595"/>
            <a:ext cx="4416425" cy="71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4800" b="1" i="1" dirty="0">
                <a:latin typeface="Calibri" panose="020F0502020204030204" charset="0"/>
                <a:cs typeface="Calibri" panose="020F0502020204030204" charset="0"/>
                <a:sym typeface="+mn-ea"/>
              </a:rPr>
              <a:t>Lời giới thiệu</a:t>
            </a:r>
            <a:endParaRPr sz="4800">
              <a:solidFill>
                <a:schemeClr val="lt1"/>
              </a:solidFill>
            </a:endParaRPr>
          </a:p>
        </p:txBody>
      </p:sp>
      <p:grpSp>
        <p:nvGrpSpPr>
          <p:cNvPr id="754" name="Google Shape;754;p74"/>
          <p:cNvGrpSpPr/>
          <p:nvPr/>
        </p:nvGrpSpPr>
        <p:grpSpPr>
          <a:xfrm rot="137742">
            <a:off x="4516813" y="1106970"/>
            <a:ext cx="3750160" cy="2923690"/>
            <a:chOff x="2144600" y="1557475"/>
            <a:chExt cx="3330800" cy="2596750"/>
          </a:xfrm>
        </p:grpSpPr>
        <p:sp>
          <p:nvSpPr>
            <p:cNvPr id="755" name="Google Shape;755;p74"/>
            <p:cNvSpPr/>
            <p:nvPr/>
          </p:nvSpPr>
          <p:spPr>
            <a:xfrm>
              <a:off x="2144600" y="1557475"/>
              <a:ext cx="3330800" cy="2596750"/>
            </a:xfrm>
            <a:custGeom>
              <a:avLst/>
              <a:gdLst/>
              <a:ahLst/>
              <a:cxnLst/>
              <a:rect l="l" t="t" r="r" b="b"/>
              <a:pathLst>
                <a:path w="133232" h="103870" extrusionOk="0">
                  <a:moveTo>
                    <a:pt x="129564" y="869"/>
                  </a:moveTo>
                  <a:cubicBezTo>
                    <a:pt x="130314" y="869"/>
                    <a:pt x="131017" y="1155"/>
                    <a:pt x="131541" y="1691"/>
                  </a:cubicBezTo>
                  <a:cubicBezTo>
                    <a:pt x="132065" y="2215"/>
                    <a:pt x="132362" y="2917"/>
                    <a:pt x="132362" y="3655"/>
                  </a:cubicBezTo>
                  <a:lnTo>
                    <a:pt x="132362" y="6239"/>
                  </a:lnTo>
                  <a:lnTo>
                    <a:pt x="870" y="6239"/>
                  </a:lnTo>
                  <a:lnTo>
                    <a:pt x="870" y="3655"/>
                  </a:lnTo>
                  <a:cubicBezTo>
                    <a:pt x="870" y="2917"/>
                    <a:pt x="1167" y="2215"/>
                    <a:pt x="1691" y="1691"/>
                  </a:cubicBezTo>
                  <a:cubicBezTo>
                    <a:pt x="2215" y="1155"/>
                    <a:pt x="2918" y="869"/>
                    <a:pt x="3668" y="869"/>
                  </a:cubicBezTo>
                  <a:close/>
                  <a:moveTo>
                    <a:pt x="132362" y="7108"/>
                  </a:moveTo>
                  <a:lnTo>
                    <a:pt x="132362" y="76771"/>
                  </a:lnTo>
                  <a:lnTo>
                    <a:pt x="870" y="76771"/>
                  </a:lnTo>
                  <a:lnTo>
                    <a:pt x="870" y="7108"/>
                  </a:lnTo>
                  <a:close/>
                  <a:moveTo>
                    <a:pt x="132362" y="77641"/>
                  </a:moveTo>
                  <a:lnTo>
                    <a:pt x="132362" y="82939"/>
                  </a:lnTo>
                  <a:cubicBezTo>
                    <a:pt x="132362" y="83677"/>
                    <a:pt x="132065" y="84379"/>
                    <a:pt x="131541" y="84903"/>
                  </a:cubicBezTo>
                  <a:cubicBezTo>
                    <a:pt x="131017" y="85439"/>
                    <a:pt x="130314" y="85725"/>
                    <a:pt x="129564" y="85725"/>
                  </a:cubicBezTo>
                  <a:lnTo>
                    <a:pt x="3668" y="85725"/>
                  </a:lnTo>
                  <a:cubicBezTo>
                    <a:pt x="2918" y="85725"/>
                    <a:pt x="2215" y="85439"/>
                    <a:pt x="1691" y="84903"/>
                  </a:cubicBezTo>
                  <a:cubicBezTo>
                    <a:pt x="1167" y="84379"/>
                    <a:pt x="870" y="83677"/>
                    <a:pt x="870" y="82939"/>
                  </a:cubicBezTo>
                  <a:lnTo>
                    <a:pt x="870" y="77641"/>
                  </a:lnTo>
                  <a:close/>
                  <a:moveTo>
                    <a:pt x="78987" y="86594"/>
                  </a:moveTo>
                  <a:lnTo>
                    <a:pt x="78987" y="86665"/>
                  </a:lnTo>
                  <a:cubicBezTo>
                    <a:pt x="79058" y="94214"/>
                    <a:pt x="80951" y="97560"/>
                    <a:pt x="82082" y="98881"/>
                  </a:cubicBezTo>
                  <a:lnTo>
                    <a:pt x="82177" y="99000"/>
                  </a:lnTo>
                  <a:lnTo>
                    <a:pt x="51043" y="99000"/>
                  </a:lnTo>
                  <a:lnTo>
                    <a:pt x="51150" y="98881"/>
                  </a:lnTo>
                  <a:cubicBezTo>
                    <a:pt x="52281" y="97560"/>
                    <a:pt x="54174" y="94214"/>
                    <a:pt x="54257" y="86665"/>
                  </a:cubicBezTo>
                  <a:lnTo>
                    <a:pt x="54257" y="86594"/>
                  </a:lnTo>
                  <a:close/>
                  <a:moveTo>
                    <a:pt x="89833" y="99869"/>
                  </a:moveTo>
                  <a:cubicBezTo>
                    <a:pt x="90417" y="99869"/>
                    <a:pt x="91071" y="100108"/>
                    <a:pt x="91595" y="100501"/>
                  </a:cubicBezTo>
                  <a:cubicBezTo>
                    <a:pt x="92155" y="100917"/>
                    <a:pt x="92464" y="101453"/>
                    <a:pt x="92464" y="101965"/>
                  </a:cubicBezTo>
                  <a:lnTo>
                    <a:pt x="92464" y="103001"/>
                  </a:lnTo>
                  <a:lnTo>
                    <a:pt x="40768" y="103001"/>
                  </a:lnTo>
                  <a:lnTo>
                    <a:pt x="40768" y="101965"/>
                  </a:lnTo>
                  <a:cubicBezTo>
                    <a:pt x="40768" y="101453"/>
                    <a:pt x="41089" y="100917"/>
                    <a:pt x="41637" y="100501"/>
                  </a:cubicBezTo>
                  <a:cubicBezTo>
                    <a:pt x="42161" y="100108"/>
                    <a:pt x="42815" y="99869"/>
                    <a:pt x="43399" y="99869"/>
                  </a:cubicBezTo>
                  <a:close/>
                  <a:moveTo>
                    <a:pt x="3668" y="0"/>
                  </a:moveTo>
                  <a:cubicBezTo>
                    <a:pt x="1644" y="0"/>
                    <a:pt x="1" y="1643"/>
                    <a:pt x="1" y="3655"/>
                  </a:cubicBezTo>
                  <a:lnTo>
                    <a:pt x="1" y="82939"/>
                  </a:lnTo>
                  <a:cubicBezTo>
                    <a:pt x="1" y="84951"/>
                    <a:pt x="1644" y="86594"/>
                    <a:pt x="3668" y="86594"/>
                  </a:cubicBezTo>
                  <a:lnTo>
                    <a:pt x="53388" y="86594"/>
                  </a:lnTo>
                  <a:lnTo>
                    <a:pt x="53388" y="86665"/>
                  </a:lnTo>
                  <a:cubicBezTo>
                    <a:pt x="53329" y="91940"/>
                    <a:pt x="52352" y="95000"/>
                    <a:pt x="51555" y="96643"/>
                  </a:cubicBezTo>
                  <a:cubicBezTo>
                    <a:pt x="51066" y="97607"/>
                    <a:pt x="50590" y="98203"/>
                    <a:pt x="50281" y="98536"/>
                  </a:cubicBezTo>
                  <a:cubicBezTo>
                    <a:pt x="50138" y="98691"/>
                    <a:pt x="49995" y="98822"/>
                    <a:pt x="49852" y="98929"/>
                  </a:cubicBezTo>
                  <a:cubicBezTo>
                    <a:pt x="49828" y="98953"/>
                    <a:pt x="49804" y="98965"/>
                    <a:pt x="49781" y="98988"/>
                  </a:cubicBezTo>
                  <a:lnTo>
                    <a:pt x="49757" y="99000"/>
                  </a:lnTo>
                  <a:lnTo>
                    <a:pt x="43411" y="99000"/>
                  </a:lnTo>
                  <a:cubicBezTo>
                    <a:pt x="42601" y="99000"/>
                    <a:pt x="41720" y="99322"/>
                    <a:pt x="41041" y="99858"/>
                  </a:cubicBezTo>
                  <a:cubicBezTo>
                    <a:pt x="40303" y="100441"/>
                    <a:pt x="39898" y="101191"/>
                    <a:pt x="39898" y="101965"/>
                  </a:cubicBezTo>
                  <a:lnTo>
                    <a:pt x="39898" y="103441"/>
                  </a:lnTo>
                  <a:cubicBezTo>
                    <a:pt x="39898" y="103679"/>
                    <a:pt x="40089" y="103870"/>
                    <a:pt x="40339" y="103870"/>
                  </a:cubicBezTo>
                  <a:lnTo>
                    <a:pt x="92905" y="103870"/>
                  </a:lnTo>
                  <a:cubicBezTo>
                    <a:pt x="93143" y="103870"/>
                    <a:pt x="93334" y="103679"/>
                    <a:pt x="93334" y="103441"/>
                  </a:cubicBezTo>
                  <a:lnTo>
                    <a:pt x="93334" y="101977"/>
                  </a:lnTo>
                  <a:cubicBezTo>
                    <a:pt x="93334" y="101191"/>
                    <a:pt x="92929" y="100441"/>
                    <a:pt x="92191" y="99858"/>
                  </a:cubicBezTo>
                  <a:cubicBezTo>
                    <a:pt x="91512" y="99322"/>
                    <a:pt x="90631" y="99000"/>
                    <a:pt x="89833" y="99000"/>
                  </a:cubicBezTo>
                  <a:lnTo>
                    <a:pt x="83475" y="99000"/>
                  </a:lnTo>
                  <a:lnTo>
                    <a:pt x="83451" y="98988"/>
                  </a:lnTo>
                  <a:cubicBezTo>
                    <a:pt x="83166" y="98786"/>
                    <a:pt x="82416" y="98167"/>
                    <a:pt x="81666" y="96631"/>
                  </a:cubicBezTo>
                  <a:cubicBezTo>
                    <a:pt x="80511" y="94262"/>
                    <a:pt x="79891" y="90916"/>
                    <a:pt x="79856" y="86665"/>
                  </a:cubicBezTo>
                  <a:lnTo>
                    <a:pt x="79844" y="86594"/>
                  </a:lnTo>
                  <a:lnTo>
                    <a:pt x="129564" y="86594"/>
                  </a:lnTo>
                  <a:cubicBezTo>
                    <a:pt x="131588" y="86594"/>
                    <a:pt x="133231" y="84951"/>
                    <a:pt x="133231" y="82939"/>
                  </a:cubicBezTo>
                  <a:lnTo>
                    <a:pt x="133231" y="3655"/>
                  </a:lnTo>
                  <a:cubicBezTo>
                    <a:pt x="133231" y="1643"/>
                    <a:pt x="131588" y="0"/>
                    <a:pt x="129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C0C0C"/>
                </a:solidFill>
              </a:endParaRPr>
            </a:p>
          </p:txBody>
        </p:sp>
        <p:sp>
          <p:nvSpPr>
            <p:cNvPr id="756" name="Google Shape;756;p74"/>
            <p:cNvSpPr/>
            <p:nvPr/>
          </p:nvSpPr>
          <p:spPr>
            <a:xfrm>
              <a:off x="3678425" y="3558900"/>
              <a:ext cx="263150" cy="79800"/>
            </a:xfrm>
            <a:custGeom>
              <a:avLst/>
              <a:gdLst/>
              <a:ahLst/>
              <a:cxnLst/>
              <a:rect l="l" t="t" r="r" b="b"/>
              <a:pathLst>
                <a:path w="10526" h="3192" extrusionOk="0">
                  <a:moveTo>
                    <a:pt x="8930" y="941"/>
                  </a:moveTo>
                  <a:cubicBezTo>
                    <a:pt x="9121" y="941"/>
                    <a:pt x="9275" y="1013"/>
                    <a:pt x="9394" y="1132"/>
                  </a:cubicBezTo>
                  <a:cubicBezTo>
                    <a:pt x="9514" y="1251"/>
                    <a:pt x="9585" y="1417"/>
                    <a:pt x="9585" y="1596"/>
                  </a:cubicBezTo>
                  <a:cubicBezTo>
                    <a:pt x="9585" y="1775"/>
                    <a:pt x="9514" y="1929"/>
                    <a:pt x="9394" y="2048"/>
                  </a:cubicBezTo>
                  <a:cubicBezTo>
                    <a:pt x="9275" y="2167"/>
                    <a:pt x="9121" y="2239"/>
                    <a:pt x="8930" y="2239"/>
                  </a:cubicBezTo>
                  <a:lnTo>
                    <a:pt x="1596" y="2239"/>
                  </a:lnTo>
                  <a:cubicBezTo>
                    <a:pt x="1405" y="2239"/>
                    <a:pt x="1251" y="2167"/>
                    <a:pt x="1132" y="2048"/>
                  </a:cubicBezTo>
                  <a:cubicBezTo>
                    <a:pt x="1012" y="1929"/>
                    <a:pt x="941" y="1775"/>
                    <a:pt x="941" y="1596"/>
                  </a:cubicBezTo>
                  <a:cubicBezTo>
                    <a:pt x="941" y="1417"/>
                    <a:pt x="1012" y="1251"/>
                    <a:pt x="1132" y="1132"/>
                  </a:cubicBezTo>
                  <a:cubicBezTo>
                    <a:pt x="1251" y="1013"/>
                    <a:pt x="1405" y="941"/>
                    <a:pt x="1596" y="941"/>
                  </a:cubicBezTo>
                  <a:close/>
                  <a:moveTo>
                    <a:pt x="1596" y="1"/>
                  </a:moveTo>
                  <a:cubicBezTo>
                    <a:pt x="715" y="1"/>
                    <a:pt x="0" y="715"/>
                    <a:pt x="0" y="1596"/>
                  </a:cubicBezTo>
                  <a:cubicBezTo>
                    <a:pt x="0" y="2477"/>
                    <a:pt x="715" y="3191"/>
                    <a:pt x="1596" y="3191"/>
                  </a:cubicBezTo>
                  <a:lnTo>
                    <a:pt x="8942" y="3191"/>
                  </a:lnTo>
                  <a:cubicBezTo>
                    <a:pt x="9811" y="3191"/>
                    <a:pt x="10526" y="2465"/>
                    <a:pt x="10526" y="1596"/>
                  </a:cubicBezTo>
                  <a:cubicBezTo>
                    <a:pt x="10526" y="715"/>
                    <a:pt x="9811" y="1"/>
                    <a:pt x="89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C0C0C"/>
                </a:solidFill>
              </a:endParaRPr>
            </a:p>
          </p:txBody>
        </p:sp>
      </p:grpSp>
      <p:pic>
        <p:nvPicPr>
          <p:cNvPr id="757" name="Google Shape;757;p74" descr="C:\Users\ASUS\OneDrive - Thang Long University\Pictures\KLTN\slide\findajobonline_intro.pngfindajobonline_intro"/>
          <p:cNvPicPr preferRelativeResize="0"/>
          <p:nvPr/>
        </p:nvPicPr>
        <p:blipFill rotWithShape="1">
          <a:blip r:embed="rId1"/>
          <a:srcRect t="891" b="891"/>
          <a:stretch>
            <a:fillRect/>
          </a:stretch>
        </p:blipFill>
        <p:spPr>
          <a:xfrm rot="137821">
            <a:off x="4560978" y="1296974"/>
            <a:ext cx="3690376" cy="1990671"/>
          </a:xfrm>
          <a:prstGeom prst="rect">
            <a:avLst/>
          </a:prstGeom>
          <a:noFill/>
          <a:ln w="9525" cap="flat" cmpd="sng">
            <a:solidFill>
              <a:schemeClr val="dk2"/>
            </a:solidFill>
            <a:prstDash val="solid"/>
            <a:round/>
            <a:headEnd type="none" w="sm" len="sm"/>
            <a:tailEnd type="none" w="sm" len="sm"/>
          </a:ln>
        </p:spPr>
      </p:pic>
      <p:sp>
        <p:nvSpPr>
          <p:cNvPr id="758" name="Google Shape;758;p74"/>
          <p:cNvSpPr/>
          <p:nvPr/>
        </p:nvSpPr>
        <p:spPr>
          <a:xfrm flipH="1">
            <a:off x="6096978" y="29262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9" name="Google Shape;759;p74"/>
          <p:cNvSpPr/>
          <p:nvPr/>
        </p:nvSpPr>
        <p:spPr>
          <a:xfrm rot="8921821" flipH="1">
            <a:off x="2549101" y="3961919"/>
            <a:ext cx="8201049" cy="3015736"/>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2"/>
                                        </p:tgtEl>
                                        <p:attrNameLst>
                                          <p:attrName>style.visibility</p:attrName>
                                        </p:attrNameLst>
                                      </p:cBhvr>
                                      <p:to>
                                        <p:strVal val="visible"/>
                                      </p:to>
                                    </p:set>
                                    <p:animEffect transition="in" filter="fade">
                                      <p:cBhvr>
                                        <p:cTn id="7" dur="1000"/>
                                        <p:tgtEl>
                                          <p:spTgt spid="7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62" name="Shape 662"/>
        <p:cNvGrpSpPr/>
        <p:nvPr/>
      </p:nvGrpSpPr>
      <p:grpSpPr>
        <a:xfrm>
          <a:off x="0" y="0"/>
          <a:ext cx="0" cy="0"/>
          <a:chOff x="0" y="0"/>
          <a:chExt cx="0" cy="0"/>
        </a:xfrm>
      </p:grpSpPr>
      <p:sp>
        <p:nvSpPr>
          <p:cNvPr id="663" name="Google Shape;663;p67"/>
          <p:cNvSpPr txBox="1"/>
          <p:nvPr>
            <p:ph type="title"/>
          </p:nvPr>
        </p:nvSpPr>
        <p:spPr>
          <a:xfrm>
            <a:off x="716280" y="2048510"/>
            <a:ext cx="5076190" cy="98869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b="1" dirty="0">
                <a:latin typeface="Calibri" panose="020F0502020204030204" charset="0"/>
                <a:cs typeface="Calibri" panose="020F0502020204030204" charset="0"/>
                <a:sym typeface="+mn-ea"/>
              </a:rPr>
              <a:t>Mô tả bài toán</a:t>
            </a:r>
            <a:endParaRPr lang="en-GB" b="1"/>
          </a:p>
        </p:txBody>
      </p:sp>
      <p:sp>
        <p:nvSpPr>
          <p:cNvPr id="665" name="Google Shape;665;p67"/>
          <p:cNvSpPr txBox="1"/>
          <p:nvPr>
            <p:ph type="title" idx="2"/>
          </p:nvPr>
        </p:nvSpPr>
        <p:spPr>
          <a:xfrm>
            <a:off x="723265" y="1304925"/>
            <a:ext cx="1497965" cy="87884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01</a:t>
            </a: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63"/>
                                        </p:tgtEl>
                                        <p:attrNameLst>
                                          <p:attrName>style.visibility</p:attrName>
                                        </p:attrNameLst>
                                      </p:cBhvr>
                                      <p:to>
                                        <p:strVal val="visible"/>
                                      </p:to>
                                    </p:set>
                                    <p:anim calcmode="lin" valueType="num">
                                      <p:cBhvr additive="base">
                                        <p:cTn id="7" dur="1000"/>
                                        <p:tgtEl>
                                          <p:spTgt spid="663"/>
                                        </p:tgtEl>
                                        <p:attrNameLst>
                                          <p:attrName>ppt_x</p:attrName>
                                        </p:attrNameLst>
                                      </p:cBhvr>
                                      <p:tavLst>
                                        <p:tav tm="0" fmla="">
                                          <p:val>
                                            <p:strVal val="#ppt_x-1"/>
                                          </p:val>
                                        </p:tav>
                                        <p:tav tm="100000" fmla="">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665"/>
                                        </p:tgtEl>
                                        <p:attrNameLst>
                                          <p:attrName>style.visibility</p:attrName>
                                        </p:attrNameLst>
                                      </p:cBhvr>
                                      <p:to>
                                        <p:strVal val="visible"/>
                                      </p:to>
                                    </p:set>
                                    <p:anim calcmode="lin" valueType="num">
                                      <p:cBhvr additive="base">
                                        <p:cTn id="10" dur="1000"/>
                                        <p:tgtEl>
                                          <p:spTgt spid="665"/>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31" name="Shape 731"/>
        <p:cNvGrpSpPr/>
        <p:nvPr/>
      </p:nvGrpSpPr>
      <p:grpSpPr>
        <a:xfrm>
          <a:off x="0" y="0"/>
          <a:ext cx="0" cy="0"/>
          <a:chOff x="0" y="0"/>
          <a:chExt cx="0" cy="0"/>
        </a:xfrm>
      </p:grpSpPr>
      <p:sp>
        <p:nvSpPr>
          <p:cNvPr id="732" name="Google Shape;732;p72"/>
          <p:cNvSpPr txBox="1"/>
          <p:nvPr>
            <p:ph type="title" idx="4"/>
          </p:nvPr>
        </p:nvSpPr>
        <p:spPr>
          <a:xfrm>
            <a:off x="719925" y="43770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3000" b="1" dirty="0">
                <a:latin typeface="Calibri" panose="020F0502020204030204" charset="0"/>
                <a:cs typeface="Calibri" panose="020F0502020204030204" charset="0"/>
                <a:sym typeface="+mn-ea"/>
              </a:rPr>
              <a:t>Mô tả bài toán</a:t>
            </a:r>
            <a:endParaRPr lang="en-GB" sz="3000" b="1"/>
          </a:p>
        </p:txBody>
      </p:sp>
      <p:sp>
        <p:nvSpPr>
          <p:cNvPr id="733" name="Google Shape;733;p72"/>
          <p:cNvSpPr txBox="1"/>
          <p:nvPr>
            <p:ph type="title"/>
          </p:nvPr>
        </p:nvSpPr>
        <p:spPr>
          <a:xfrm>
            <a:off x="1699900" y="2520537"/>
            <a:ext cx="2736900" cy="48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ltLang="en-GB" b="1"/>
              <a:t>Khảo sát hiện trạng</a:t>
            </a:r>
            <a:endParaRPr lang="en-US" altLang="en-GB" b="1"/>
          </a:p>
        </p:txBody>
      </p:sp>
      <p:sp>
        <p:nvSpPr>
          <p:cNvPr id="735" name="Google Shape;735;p72"/>
          <p:cNvSpPr txBox="1"/>
          <p:nvPr>
            <p:ph type="title" idx="2"/>
          </p:nvPr>
        </p:nvSpPr>
        <p:spPr>
          <a:xfrm>
            <a:off x="4707338" y="2520537"/>
            <a:ext cx="2736600" cy="48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ltLang="en-GB" b="1"/>
              <a:t>Động lực</a:t>
            </a:r>
            <a:endParaRPr lang="en-US" altLang="en-GB" b="1"/>
          </a:p>
        </p:txBody>
      </p:sp>
      <p:sp>
        <p:nvSpPr>
          <p:cNvPr id="737" name="Google Shape;737;p72"/>
          <p:cNvSpPr/>
          <p:nvPr/>
        </p:nvSpPr>
        <p:spPr>
          <a:xfrm rot="-810910">
            <a:off x="2912112" y="1862832"/>
            <a:ext cx="312471" cy="484139"/>
          </a:xfrm>
          <a:custGeom>
            <a:avLst/>
            <a:gdLst/>
            <a:ahLst/>
            <a:cxnLst/>
            <a:rect l="l" t="t" r="r" b="b"/>
            <a:pathLst>
              <a:path w="6852" h="10617" extrusionOk="0">
                <a:moveTo>
                  <a:pt x="3729" y="625"/>
                </a:moveTo>
                <a:lnTo>
                  <a:pt x="3729" y="1910"/>
                </a:lnTo>
                <a:lnTo>
                  <a:pt x="4050" y="1910"/>
                </a:lnTo>
                <a:cubicBezTo>
                  <a:pt x="4211" y="1910"/>
                  <a:pt x="4354" y="2052"/>
                  <a:pt x="4354" y="2231"/>
                </a:cubicBezTo>
                <a:lnTo>
                  <a:pt x="4354" y="3159"/>
                </a:lnTo>
                <a:lnTo>
                  <a:pt x="3729" y="3159"/>
                </a:lnTo>
                <a:lnTo>
                  <a:pt x="3729" y="3783"/>
                </a:lnTo>
                <a:lnTo>
                  <a:pt x="4354" y="3783"/>
                </a:lnTo>
                <a:lnTo>
                  <a:pt x="4354" y="5639"/>
                </a:lnTo>
                <a:lnTo>
                  <a:pt x="3729" y="5639"/>
                </a:lnTo>
                <a:lnTo>
                  <a:pt x="3729" y="6263"/>
                </a:lnTo>
                <a:lnTo>
                  <a:pt x="4354" y="6263"/>
                </a:lnTo>
                <a:lnTo>
                  <a:pt x="4354" y="9939"/>
                </a:lnTo>
                <a:cubicBezTo>
                  <a:pt x="3997" y="9814"/>
                  <a:pt x="3729" y="9475"/>
                  <a:pt x="3729" y="9065"/>
                </a:cubicBezTo>
                <a:lnTo>
                  <a:pt x="3729" y="6888"/>
                </a:lnTo>
                <a:lnTo>
                  <a:pt x="2801" y="6888"/>
                </a:lnTo>
                <a:cubicBezTo>
                  <a:pt x="2284" y="6888"/>
                  <a:pt x="1874" y="7316"/>
                  <a:pt x="1874" y="7816"/>
                </a:cubicBezTo>
                <a:lnTo>
                  <a:pt x="1874" y="8440"/>
                </a:lnTo>
                <a:cubicBezTo>
                  <a:pt x="1874" y="8850"/>
                  <a:pt x="1606" y="9189"/>
                  <a:pt x="1249" y="9332"/>
                </a:cubicBezTo>
                <a:lnTo>
                  <a:pt x="1249" y="7209"/>
                </a:lnTo>
                <a:cubicBezTo>
                  <a:pt x="1249" y="6691"/>
                  <a:pt x="1659" y="6263"/>
                  <a:pt x="2177" y="6263"/>
                </a:cubicBezTo>
                <a:lnTo>
                  <a:pt x="2498" y="6263"/>
                </a:lnTo>
                <a:lnTo>
                  <a:pt x="2498" y="5032"/>
                </a:lnTo>
                <a:lnTo>
                  <a:pt x="3729" y="5032"/>
                </a:lnTo>
                <a:lnTo>
                  <a:pt x="3729" y="4408"/>
                </a:lnTo>
                <a:lnTo>
                  <a:pt x="2498" y="4408"/>
                </a:lnTo>
                <a:lnTo>
                  <a:pt x="2498" y="3159"/>
                </a:lnTo>
                <a:lnTo>
                  <a:pt x="3105" y="3159"/>
                </a:lnTo>
                <a:lnTo>
                  <a:pt x="3105" y="2534"/>
                </a:lnTo>
                <a:lnTo>
                  <a:pt x="2498" y="2534"/>
                </a:lnTo>
                <a:lnTo>
                  <a:pt x="2498" y="2231"/>
                </a:lnTo>
                <a:cubicBezTo>
                  <a:pt x="2498" y="2052"/>
                  <a:pt x="2623" y="1910"/>
                  <a:pt x="2801" y="1910"/>
                </a:cubicBezTo>
                <a:lnTo>
                  <a:pt x="3105" y="1910"/>
                </a:lnTo>
                <a:lnTo>
                  <a:pt x="3105" y="625"/>
                </a:lnTo>
                <a:close/>
                <a:moveTo>
                  <a:pt x="2498" y="1"/>
                </a:moveTo>
                <a:lnTo>
                  <a:pt x="2498" y="1339"/>
                </a:lnTo>
                <a:cubicBezTo>
                  <a:pt x="2123" y="1481"/>
                  <a:pt x="1874" y="1820"/>
                  <a:pt x="1874" y="2231"/>
                </a:cubicBezTo>
                <a:lnTo>
                  <a:pt x="1874" y="2534"/>
                </a:lnTo>
                <a:lnTo>
                  <a:pt x="1552" y="2534"/>
                </a:lnTo>
                <a:cubicBezTo>
                  <a:pt x="1035" y="2534"/>
                  <a:pt x="625" y="2962"/>
                  <a:pt x="625" y="3462"/>
                </a:cubicBezTo>
                <a:lnTo>
                  <a:pt x="625" y="4086"/>
                </a:lnTo>
                <a:cubicBezTo>
                  <a:pt x="625" y="4265"/>
                  <a:pt x="482" y="4408"/>
                  <a:pt x="321" y="4408"/>
                </a:cubicBezTo>
                <a:lnTo>
                  <a:pt x="0" y="4408"/>
                </a:lnTo>
                <a:lnTo>
                  <a:pt x="0" y="5032"/>
                </a:lnTo>
                <a:lnTo>
                  <a:pt x="321" y="5032"/>
                </a:lnTo>
                <a:cubicBezTo>
                  <a:pt x="821" y="5032"/>
                  <a:pt x="1249" y="4604"/>
                  <a:pt x="1249" y="4086"/>
                </a:cubicBezTo>
                <a:lnTo>
                  <a:pt x="1249" y="3462"/>
                </a:lnTo>
                <a:cubicBezTo>
                  <a:pt x="1249" y="3301"/>
                  <a:pt x="1392" y="3159"/>
                  <a:pt x="1552" y="3159"/>
                </a:cubicBezTo>
                <a:lnTo>
                  <a:pt x="1874" y="3159"/>
                </a:lnTo>
                <a:lnTo>
                  <a:pt x="1874" y="5674"/>
                </a:lnTo>
                <a:cubicBezTo>
                  <a:pt x="1160" y="5817"/>
                  <a:pt x="625" y="6442"/>
                  <a:pt x="625" y="7209"/>
                </a:cubicBezTo>
                <a:lnTo>
                  <a:pt x="625" y="8137"/>
                </a:lnTo>
                <a:lnTo>
                  <a:pt x="0" y="8137"/>
                </a:lnTo>
                <a:lnTo>
                  <a:pt x="0" y="8761"/>
                </a:lnTo>
                <a:lnTo>
                  <a:pt x="625" y="8761"/>
                </a:lnTo>
                <a:lnTo>
                  <a:pt x="625" y="9992"/>
                </a:lnTo>
                <a:lnTo>
                  <a:pt x="928" y="9992"/>
                </a:lnTo>
                <a:cubicBezTo>
                  <a:pt x="1784" y="9992"/>
                  <a:pt x="2498" y="9297"/>
                  <a:pt x="2498" y="8440"/>
                </a:cubicBezTo>
                <a:lnTo>
                  <a:pt x="2498" y="7816"/>
                </a:lnTo>
                <a:cubicBezTo>
                  <a:pt x="2498" y="7655"/>
                  <a:pt x="2623" y="7512"/>
                  <a:pt x="2801" y="7512"/>
                </a:cubicBezTo>
                <a:lnTo>
                  <a:pt x="3105" y="7512"/>
                </a:lnTo>
                <a:lnTo>
                  <a:pt x="3105" y="9065"/>
                </a:lnTo>
                <a:cubicBezTo>
                  <a:pt x="3105" y="9921"/>
                  <a:pt x="3801" y="10617"/>
                  <a:pt x="4675" y="10617"/>
                </a:cubicBezTo>
                <a:lnTo>
                  <a:pt x="4978" y="10617"/>
                </a:lnTo>
                <a:lnTo>
                  <a:pt x="4978" y="6263"/>
                </a:lnTo>
                <a:lnTo>
                  <a:pt x="5282" y="6263"/>
                </a:lnTo>
                <a:cubicBezTo>
                  <a:pt x="5460" y="6263"/>
                  <a:pt x="5603" y="6406"/>
                  <a:pt x="5603" y="6584"/>
                </a:cubicBezTo>
                <a:lnTo>
                  <a:pt x="5603" y="7209"/>
                </a:lnTo>
                <a:cubicBezTo>
                  <a:pt x="5603" y="7709"/>
                  <a:pt x="6013" y="8137"/>
                  <a:pt x="6531" y="8137"/>
                </a:cubicBezTo>
                <a:lnTo>
                  <a:pt x="6852" y="8137"/>
                </a:lnTo>
                <a:lnTo>
                  <a:pt x="6852" y="7512"/>
                </a:lnTo>
                <a:lnTo>
                  <a:pt x="6531" y="7512"/>
                </a:lnTo>
                <a:cubicBezTo>
                  <a:pt x="6370" y="7512"/>
                  <a:pt x="6227" y="7370"/>
                  <a:pt x="6227" y="7209"/>
                </a:cubicBezTo>
                <a:lnTo>
                  <a:pt x="6227" y="6584"/>
                </a:lnTo>
                <a:cubicBezTo>
                  <a:pt x="6227" y="6067"/>
                  <a:pt x="5799" y="5639"/>
                  <a:pt x="5282" y="5639"/>
                </a:cubicBezTo>
                <a:lnTo>
                  <a:pt x="4978" y="5639"/>
                </a:lnTo>
                <a:lnTo>
                  <a:pt x="4978" y="3783"/>
                </a:lnTo>
                <a:lnTo>
                  <a:pt x="5282" y="3783"/>
                </a:lnTo>
                <a:cubicBezTo>
                  <a:pt x="5460" y="3783"/>
                  <a:pt x="5603" y="3926"/>
                  <a:pt x="5603" y="4086"/>
                </a:cubicBezTo>
                <a:lnTo>
                  <a:pt x="5603" y="5032"/>
                </a:lnTo>
                <a:lnTo>
                  <a:pt x="6227" y="5032"/>
                </a:lnTo>
                <a:lnTo>
                  <a:pt x="6227" y="4086"/>
                </a:lnTo>
                <a:cubicBezTo>
                  <a:pt x="6227" y="3569"/>
                  <a:pt x="5799" y="3159"/>
                  <a:pt x="5282" y="3159"/>
                </a:cubicBezTo>
                <a:lnTo>
                  <a:pt x="4978" y="3159"/>
                </a:lnTo>
                <a:lnTo>
                  <a:pt x="4978" y="2231"/>
                </a:lnTo>
                <a:cubicBezTo>
                  <a:pt x="4978" y="1820"/>
                  <a:pt x="4711" y="1481"/>
                  <a:pt x="4354" y="1339"/>
                </a:cubicBezTo>
                <a:lnTo>
                  <a:pt x="4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8" name="Google Shape;738;p72"/>
          <p:cNvSpPr/>
          <p:nvPr/>
        </p:nvSpPr>
        <p:spPr>
          <a:xfrm rot="892364">
            <a:off x="5858530" y="1862825"/>
            <a:ext cx="434549" cy="484139"/>
          </a:xfrm>
          <a:custGeom>
            <a:avLst/>
            <a:gdLst/>
            <a:ahLst/>
            <a:cxnLst/>
            <a:rect l="l" t="t" r="r" b="b"/>
            <a:pathLst>
              <a:path w="9529" h="10617" extrusionOk="0">
                <a:moveTo>
                  <a:pt x="8672" y="1249"/>
                </a:moveTo>
                <a:cubicBezTo>
                  <a:pt x="8422" y="1624"/>
                  <a:pt x="8011" y="1856"/>
                  <a:pt x="7548" y="1856"/>
                </a:cubicBezTo>
                <a:lnTo>
                  <a:pt x="7119" y="1856"/>
                </a:lnTo>
                <a:cubicBezTo>
                  <a:pt x="7351" y="1481"/>
                  <a:pt x="7762" y="1249"/>
                  <a:pt x="8243" y="1249"/>
                </a:cubicBezTo>
                <a:close/>
                <a:moveTo>
                  <a:pt x="946" y="4354"/>
                </a:moveTo>
                <a:cubicBezTo>
                  <a:pt x="1838" y="4354"/>
                  <a:pt x="2641" y="4836"/>
                  <a:pt x="3051" y="5603"/>
                </a:cubicBezTo>
                <a:lnTo>
                  <a:pt x="3016" y="5603"/>
                </a:lnTo>
                <a:cubicBezTo>
                  <a:pt x="2123" y="5603"/>
                  <a:pt x="1320" y="5103"/>
                  <a:pt x="892" y="4354"/>
                </a:cubicBezTo>
                <a:close/>
                <a:moveTo>
                  <a:pt x="3069" y="6209"/>
                </a:moveTo>
                <a:cubicBezTo>
                  <a:pt x="2837" y="6602"/>
                  <a:pt x="2409" y="6834"/>
                  <a:pt x="1945" y="6834"/>
                </a:cubicBezTo>
                <a:lnTo>
                  <a:pt x="1517" y="6834"/>
                </a:lnTo>
                <a:cubicBezTo>
                  <a:pt x="1749" y="6459"/>
                  <a:pt x="2177" y="6209"/>
                  <a:pt x="2641" y="6209"/>
                </a:cubicBezTo>
                <a:close/>
                <a:moveTo>
                  <a:pt x="8029" y="6834"/>
                </a:moveTo>
                <a:cubicBezTo>
                  <a:pt x="7619" y="7601"/>
                  <a:pt x="6816" y="8083"/>
                  <a:pt x="5924" y="8083"/>
                </a:cubicBezTo>
                <a:lnTo>
                  <a:pt x="5870" y="8083"/>
                </a:lnTo>
                <a:cubicBezTo>
                  <a:pt x="6299" y="7334"/>
                  <a:pt x="7101" y="6834"/>
                  <a:pt x="7994" y="6834"/>
                </a:cubicBezTo>
                <a:close/>
                <a:moveTo>
                  <a:pt x="6299" y="8707"/>
                </a:moveTo>
                <a:cubicBezTo>
                  <a:pt x="6762" y="8707"/>
                  <a:pt x="7191" y="8957"/>
                  <a:pt x="7423" y="9332"/>
                </a:cubicBezTo>
                <a:lnTo>
                  <a:pt x="6994" y="9332"/>
                </a:lnTo>
                <a:cubicBezTo>
                  <a:pt x="6531" y="9332"/>
                  <a:pt x="6102" y="9082"/>
                  <a:pt x="5870" y="8707"/>
                </a:cubicBezTo>
                <a:close/>
                <a:moveTo>
                  <a:pt x="4514" y="625"/>
                </a:moveTo>
                <a:cubicBezTo>
                  <a:pt x="5139" y="4532"/>
                  <a:pt x="5085" y="7994"/>
                  <a:pt x="5085" y="8083"/>
                </a:cubicBezTo>
                <a:lnTo>
                  <a:pt x="4479" y="8083"/>
                </a:lnTo>
                <a:lnTo>
                  <a:pt x="4479" y="8707"/>
                </a:lnTo>
                <a:lnTo>
                  <a:pt x="5085" y="8707"/>
                </a:lnTo>
                <a:lnTo>
                  <a:pt x="5085" y="9992"/>
                </a:lnTo>
                <a:lnTo>
                  <a:pt x="3854" y="9992"/>
                </a:lnTo>
                <a:cubicBezTo>
                  <a:pt x="3854" y="8172"/>
                  <a:pt x="3836" y="7512"/>
                  <a:pt x="3872" y="6209"/>
                </a:cubicBezTo>
                <a:lnTo>
                  <a:pt x="4479" y="6209"/>
                </a:lnTo>
                <a:lnTo>
                  <a:pt x="4479" y="5603"/>
                </a:lnTo>
                <a:lnTo>
                  <a:pt x="3908" y="5603"/>
                </a:lnTo>
                <a:cubicBezTo>
                  <a:pt x="3997" y="3926"/>
                  <a:pt x="4157" y="2266"/>
                  <a:pt x="4425" y="625"/>
                </a:cubicBezTo>
                <a:close/>
                <a:moveTo>
                  <a:pt x="3890" y="0"/>
                </a:moveTo>
                <a:lnTo>
                  <a:pt x="3854" y="250"/>
                </a:lnTo>
                <a:cubicBezTo>
                  <a:pt x="3783" y="696"/>
                  <a:pt x="3711" y="1124"/>
                  <a:pt x="3658" y="1553"/>
                </a:cubicBezTo>
                <a:cubicBezTo>
                  <a:pt x="3140" y="660"/>
                  <a:pt x="2569" y="161"/>
                  <a:pt x="2516" y="89"/>
                </a:cubicBezTo>
                <a:lnTo>
                  <a:pt x="2070" y="536"/>
                </a:lnTo>
                <a:cubicBezTo>
                  <a:pt x="2123" y="589"/>
                  <a:pt x="3016" y="1356"/>
                  <a:pt x="3515" y="2730"/>
                </a:cubicBezTo>
                <a:cubicBezTo>
                  <a:pt x="3426" y="3444"/>
                  <a:pt x="3372" y="4158"/>
                  <a:pt x="3319" y="4871"/>
                </a:cubicBezTo>
                <a:cubicBezTo>
                  <a:pt x="2748" y="4158"/>
                  <a:pt x="1891" y="3729"/>
                  <a:pt x="946" y="3729"/>
                </a:cubicBezTo>
                <a:lnTo>
                  <a:pt x="0" y="3729"/>
                </a:lnTo>
                <a:lnTo>
                  <a:pt x="125" y="4140"/>
                </a:lnTo>
                <a:cubicBezTo>
                  <a:pt x="393" y="4907"/>
                  <a:pt x="928" y="5531"/>
                  <a:pt x="1624" y="5888"/>
                </a:cubicBezTo>
                <a:cubicBezTo>
                  <a:pt x="1196" y="6138"/>
                  <a:pt x="874" y="6566"/>
                  <a:pt x="750" y="7084"/>
                </a:cubicBezTo>
                <a:lnTo>
                  <a:pt x="642" y="7458"/>
                </a:lnTo>
                <a:lnTo>
                  <a:pt x="1945" y="7458"/>
                </a:lnTo>
                <a:cubicBezTo>
                  <a:pt x="2427" y="7458"/>
                  <a:pt x="2891" y="7280"/>
                  <a:pt x="3230" y="6977"/>
                </a:cubicBezTo>
                <a:lnTo>
                  <a:pt x="3230" y="6977"/>
                </a:lnTo>
                <a:cubicBezTo>
                  <a:pt x="3212" y="7655"/>
                  <a:pt x="3230" y="8029"/>
                  <a:pt x="3230" y="8779"/>
                </a:cubicBezTo>
                <a:cubicBezTo>
                  <a:pt x="2837" y="8368"/>
                  <a:pt x="2284" y="8119"/>
                  <a:pt x="1659" y="8119"/>
                </a:cubicBezTo>
                <a:lnTo>
                  <a:pt x="1356" y="8119"/>
                </a:lnTo>
                <a:lnTo>
                  <a:pt x="1356" y="8743"/>
                </a:lnTo>
                <a:lnTo>
                  <a:pt x="1677" y="8743"/>
                </a:lnTo>
                <a:cubicBezTo>
                  <a:pt x="2534" y="8743"/>
                  <a:pt x="3230" y="9439"/>
                  <a:pt x="3230" y="10295"/>
                </a:cubicBezTo>
                <a:lnTo>
                  <a:pt x="3230" y="10617"/>
                </a:lnTo>
                <a:lnTo>
                  <a:pt x="5710" y="10617"/>
                </a:lnTo>
                <a:lnTo>
                  <a:pt x="5710" y="9475"/>
                </a:lnTo>
                <a:cubicBezTo>
                  <a:pt x="6067" y="9778"/>
                  <a:pt x="6513" y="9956"/>
                  <a:pt x="6994" y="9956"/>
                </a:cubicBezTo>
                <a:lnTo>
                  <a:pt x="8297" y="9956"/>
                </a:lnTo>
                <a:lnTo>
                  <a:pt x="8190" y="9564"/>
                </a:lnTo>
                <a:cubicBezTo>
                  <a:pt x="8065" y="9046"/>
                  <a:pt x="7744" y="8636"/>
                  <a:pt x="7316" y="8368"/>
                </a:cubicBezTo>
                <a:cubicBezTo>
                  <a:pt x="8011" y="8012"/>
                  <a:pt x="8547" y="7405"/>
                  <a:pt x="8814" y="6620"/>
                </a:cubicBezTo>
                <a:lnTo>
                  <a:pt x="8939" y="6209"/>
                </a:lnTo>
                <a:lnTo>
                  <a:pt x="7994" y="6209"/>
                </a:lnTo>
                <a:cubicBezTo>
                  <a:pt x="7101" y="6209"/>
                  <a:pt x="6281" y="6602"/>
                  <a:pt x="5710" y="7244"/>
                </a:cubicBezTo>
                <a:cubicBezTo>
                  <a:pt x="5692" y="6102"/>
                  <a:pt x="5638" y="4925"/>
                  <a:pt x="5531" y="3765"/>
                </a:cubicBezTo>
                <a:cubicBezTo>
                  <a:pt x="5870" y="3283"/>
                  <a:pt x="6281" y="2855"/>
                  <a:pt x="6745" y="2480"/>
                </a:cubicBezTo>
                <a:lnTo>
                  <a:pt x="7548" y="2480"/>
                </a:lnTo>
                <a:cubicBezTo>
                  <a:pt x="8440" y="2480"/>
                  <a:pt x="9225" y="1874"/>
                  <a:pt x="9439" y="999"/>
                </a:cubicBezTo>
                <a:lnTo>
                  <a:pt x="9528" y="625"/>
                </a:lnTo>
                <a:lnTo>
                  <a:pt x="8243" y="625"/>
                </a:lnTo>
                <a:cubicBezTo>
                  <a:pt x="7387" y="625"/>
                  <a:pt x="6620" y="1178"/>
                  <a:pt x="6370" y="1999"/>
                </a:cubicBezTo>
                <a:cubicBezTo>
                  <a:pt x="6031" y="2248"/>
                  <a:pt x="5728" y="2552"/>
                  <a:pt x="5442" y="2873"/>
                </a:cubicBezTo>
                <a:cubicBezTo>
                  <a:pt x="5353" y="1981"/>
                  <a:pt x="5228" y="1106"/>
                  <a:pt x="5085" y="250"/>
                </a:cubicBezTo>
                <a:lnTo>
                  <a:pt x="50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97" name="Shape 697"/>
        <p:cNvGrpSpPr/>
        <p:nvPr/>
      </p:nvGrpSpPr>
      <p:grpSpPr>
        <a:xfrm>
          <a:off x="0" y="0"/>
          <a:ext cx="0" cy="0"/>
          <a:chOff x="0" y="0"/>
          <a:chExt cx="0" cy="0"/>
        </a:xfrm>
      </p:grpSpPr>
      <p:sp>
        <p:nvSpPr>
          <p:cNvPr id="698" name="Google Shape;698;p70"/>
          <p:cNvSpPr txBox="1"/>
          <p:nvPr>
            <p:ph type="title"/>
          </p:nvPr>
        </p:nvSpPr>
        <p:spPr>
          <a:xfrm>
            <a:off x="719925" y="43770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sym typeface="+mn-ea"/>
              </a:rPr>
              <a:t>Khảo sát hiện trạng</a:t>
            </a:r>
            <a:endParaRPr lang="en-GB">
              <a:solidFill>
                <a:schemeClr val="lt1"/>
              </a:solidFill>
            </a:endParaRPr>
          </a:p>
        </p:txBody>
      </p:sp>
      <p:sp>
        <p:nvSpPr>
          <p:cNvPr id="699" name="Google Shape;699;p70"/>
          <p:cNvSpPr txBox="1"/>
          <p:nvPr>
            <p:ph type="title" idx="2"/>
          </p:nvPr>
        </p:nvSpPr>
        <p:spPr>
          <a:xfrm>
            <a:off x="1164025" y="2912975"/>
            <a:ext cx="2045700" cy="48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MERCURY</a:t>
            </a:r>
            <a:endParaRPr lang="en-GB"/>
          </a:p>
        </p:txBody>
      </p:sp>
      <p:sp>
        <p:nvSpPr>
          <p:cNvPr id="700" name="Google Shape;700;p70"/>
          <p:cNvSpPr txBox="1"/>
          <p:nvPr>
            <p:ph type="subTitle" idx="1"/>
          </p:nvPr>
        </p:nvSpPr>
        <p:spPr>
          <a:xfrm>
            <a:off x="1164075" y="3447359"/>
            <a:ext cx="2045700" cy="999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It’s the closest planet to the Sun and the smallest in the entire Solar System</a:t>
            </a:r>
            <a:endParaRPr lang="en-GB"/>
          </a:p>
        </p:txBody>
      </p:sp>
      <p:sp>
        <p:nvSpPr>
          <p:cNvPr id="701" name="Google Shape;701;p70"/>
          <p:cNvSpPr txBox="1"/>
          <p:nvPr>
            <p:ph type="title" idx="3"/>
          </p:nvPr>
        </p:nvSpPr>
        <p:spPr>
          <a:xfrm>
            <a:off x="3549063" y="2379575"/>
            <a:ext cx="2045700" cy="48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VENUS</a:t>
            </a:r>
            <a:endParaRPr lang="en-GB"/>
          </a:p>
        </p:txBody>
      </p:sp>
      <p:sp>
        <p:nvSpPr>
          <p:cNvPr id="702" name="Google Shape;702;p70"/>
          <p:cNvSpPr txBox="1"/>
          <p:nvPr>
            <p:ph type="subTitle" idx="4"/>
          </p:nvPr>
        </p:nvSpPr>
        <p:spPr>
          <a:xfrm>
            <a:off x="3549150" y="2913959"/>
            <a:ext cx="2045700" cy="999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Venus has a beautiful name and is the second planet from the Sun</a:t>
            </a:r>
            <a:endParaRPr lang="en-GB"/>
          </a:p>
        </p:txBody>
      </p:sp>
      <p:sp>
        <p:nvSpPr>
          <p:cNvPr id="703" name="Google Shape;703;p70"/>
          <p:cNvSpPr txBox="1"/>
          <p:nvPr>
            <p:ph type="title" idx="5"/>
          </p:nvPr>
        </p:nvSpPr>
        <p:spPr>
          <a:xfrm>
            <a:off x="5934100" y="2912975"/>
            <a:ext cx="2045700" cy="48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MARS</a:t>
            </a:r>
            <a:endParaRPr lang="en-GB"/>
          </a:p>
        </p:txBody>
      </p:sp>
      <p:sp>
        <p:nvSpPr>
          <p:cNvPr id="704" name="Google Shape;704;p70"/>
          <p:cNvSpPr txBox="1"/>
          <p:nvPr>
            <p:ph type="subTitle" idx="6"/>
          </p:nvPr>
        </p:nvSpPr>
        <p:spPr>
          <a:xfrm>
            <a:off x="5934225" y="3447359"/>
            <a:ext cx="2045700" cy="999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Despite being red, Mars is actually a cold place. It’s full of iron oxide dust</a:t>
            </a:r>
            <a:endParaRPr lang="en-GB"/>
          </a:p>
        </p:txBody>
      </p:sp>
      <p:grpSp>
        <p:nvGrpSpPr>
          <p:cNvPr id="705" name="Google Shape;705;p70"/>
          <p:cNvGrpSpPr/>
          <p:nvPr/>
        </p:nvGrpSpPr>
        <p:grpSpPr>
          <a:xfrm rot="-201881">
            <a:off x="1960815" y="2162213"/>
            <a:ext cx="452172" cy="514063"/>
            <a:chOff x="4936700" y="2725625"/>
            <a:chExt cx="217350" cy="247100"/>
          </a:xfrm>
        </p:grpSpPr>
        <p:sp>
          <p:nvSpPr>
            <p:cNvPr id="706" name="Google Shape;706;p70"/>
            <p:cNvSpPr/>
            <p:nvPr/>
          </p:nvSpPr>
          <p:spPr>
            <a:xfrm>
              <a:off x="4936700" y="2725625"/>
              <a:ext cx="217350" cy="247100"/>
            </a:xfrm>
            <a:custGeom>
              <a:avLst/>
              <a:gdLst/>
              <a:ahLst/>
              <a:cxnLst/>
              <a:rect l="l" t="t" r="r" b="b"/>
              <a:pathLst>
                <a:path w="8694" h="9884" extrusionOk="0">
                  <a:moveTo>
                    <a:pt x="2882" y="572"/>
                  </a:moveTo>
                  <a:lnTo>
                    <a:pt x="2882" y="1739"/>
                  </a:lnTo>
                  <a:lnTo>
                    <a:pt x="2311" y="1739"/>
                  </a:lnTo>
                  <a:lnTo>
                    <a:pt x="2311" y="572"/>
                  </a:lnTo>
                  <a:close/>
                  <a:moveTo>
                    <a:pt x="1739" y="2334"/>
                  </a:moveTo>
                  <a:lnTo>
                    <a:pt x="1739" y="2905"/>
                  </a:lnTo>
                  <a:lnTo>
                    <a:pt x="1144" y="2905"/>
                  </a:lnTo>
                  <a:lnTo>
                    <a:pt x="1144" y="2334"/>
                  </a:lnTo>
                  <a:close/>
                  <a:moveTo>
                    <a:pt x="2882" y="2334"/>
                  </a:moveTo>
                  <a:lnTo>
                    <a:pt x="2882" y="2905"/>
                  </a:lnTo>
                  <a:lnTo>
                    <a:pt x="2311" y="2905"/>
                  </a:lnTo>
                  <a:lnTo>
                    <a:pt x="2311" y="2334"/>
                  </a:lnTo>
                  <a:close/>
                  <a:moveTo>
                    <a:pt x="4049" y="2334"/>
                  </a:moveTo>
                  <a:lnTo>
                    <a:pt x="4049" y="2905"/>
                  </a:lnTo>
                  <a:lnTo>
                    <a:pt x="3478" y="2905"/>
                  </a:lnTo>
                  <a:lnTo>
                    <a:pt x="3478" y="2334"/>
                  </a:lnTo>
                  <a:close/>
                  <a:moveTo>
                    <a:pt x="6955" y="4930"/>
                  </a:moveTo>
                  <a:lnTo>
                    <a:pt x="6955" y="5525"/>
                  </a:lnTo>
                  <a:cubicBezTo>
                    <a:pt x="6955" y="5668"/>
                    <a:pt x="6812" y="5811"/>
                    <a:pt x="6669" y="5811"/>
                  </a:cubicBezTo>
                  <a:lnTo>
                    <a:pt x="4907" y="5811"/>
                  </a:lnTo>
                  <a:cubicBezTo>
                    <a:pt x="4764" y="5811"/>
                    <a:pt x="4621" y="5668"/>
                    <a:pt x="4621" y="5525"/>
                  </a:cubicBezTo>
                  <a:cubicBezTo>
                    <a:pt x="4621" y="5358"/>
                    <a:pt x="4764" y="5215"/>
                    <a:pt x="4907" y="5215"/>
                  </a:cubicBezTo>
                  <a:lnTo>
                    <a:pt x="5835" y="5215"/>
                  </a:lnTo>
                  <a:cubicBezTo>
                    <a:pt x="6240" y="5215"/>
                    <a:pt x="6621" y="5120"/>
                    <a:pt x="6955" y="4930"/>
                  </a:cubicBezTo>
                  <a:close/>
                  <a:moveTo>
                    <a:pt x="7526" y="6382"/>
                  </a:moveTo>
                  <a:lnTo>
                    <a:pt x="7526" y="6978"/>
                  </a:lnTo>
                  <a:lnTo>
                    <a:pt x="4049" y="6978"/>
                  </a:lnTo>
                  <a:lnTo>
                    <a:pt x="4049" y="6382"/>
                  </a:lnTo>
                  <a:close/>
                  <a:moveTo>
                    <a:pt x="1739" y="5215"/>
                  </a:moveTo>
                  <a:lnTo>
                    <a:pt x="1739" y="7549"/>
                  </a:lnTo>
                  <a:lnTo>
                    <a:pt x="572" y="7549"/>
                  </a:lnTo>
                  <a:lnTo>
                    <a:pt x="572" y="5215"/>
                  </a:lnTo>
                  <a:close/>
                  <a:moveTo>
                    <a:pt x="4621" y="3477"/>
                  </a:moveTo>
                  <a:lnTo>
                    <a:pt x="4621" y="4692"/>
                  </a:lnTo>
                  <a:cubicBezTo>
                    <a:pt x="4288" y="4811"/>
                    <a:pt x="4049" y="5144"/>
                    <a:pt x="4049" y="5525"/>
                  </a:cubicBezTo>
                  <a:cubicBezTo>
                    <a:pt x="4049" y="5620"/>
                    <a:pt x="4073" y="5716"/>
                    <a:pt x="4097" y="5811"/>
                  </a:cubicBezTo>
                  <a:lnTo>
                    <a:pt x="3478" y="5811"/>
                  </a:lnTo>
                  <a:lnTo>
                    <a:pt x="3478" y="6978"/>
                  </a:lnTo>
                  <a:lnTo>
                    <a:pt x="2882" y="6978"/>
                  </a:lnTo>
                  <a:lnTo>
                    <a:pt x="2882" y="9312"/>
                  </a:lnTo>
                  <a:lnTo>
                    <a:pt x="572" y="9312"/>
                  </a:lnTo>
                  <a:lnTo>
                    <a:pt x="572" y="8121"/>
                  </a:lnTo>
                  <a:lnTo>
                    <a:pt x="2311" y="8121"/>
                  </a:lnTo>
                  <a:lnTo>
                    <a:pt x="2311" y="4644"/>
                  </a:lnTo>
                  <a:lnTo>
                    <a:pt x="572" y="4644"/>
                  </a:lnTo>
                  <a:lnTo>
                    <a:pt x="572" y="3477"/>
                  </a:lnTo>
                  <a:close/>
                  <a:moveTo>
                    <a:pt x="8098" y="7549"/>
                  </a:moveTo>
                  <a:lnTo>
                    <a:pt x="8098" y="9312"/>
                  </a:lnTo>
                  <a:lnTo>
                    <a:pt x="3478" y="9312"/>
                  </a:lnTo>
                  <a:lnTo>
                    <a:pt x="3478" y="7549"/>
                  </a:lnTo>
                  <a:close/>
                  <a:moveTo>
                    <a:pt x="572" y="0"/>
                  </a:moveTo>
                  <a:lnTo>
                    <a:pt x="572" y="572"/>
                  </a:lnTo>
                  <a:lnTo>
                    <a:pt x="1739" y="572"/>
                  </a:lnTo>
                  <a:lnTo>
                    <a:pt x="1739" y="1739"/>
                  </a:lnTo>
                  <a:lnTo>
                    <a:pt x="572" y="1739"/>
                  </a:lnTo>
                  <a:lnTo>
                    <a:pt x="572" y="2905"/>
                  </a:lnTo>
                  <a:lnTo>
                    <a:pt x="1" y="2905"/>
                  </a:lnTo>
                  <a:lnTo>
                    <a:pt x="1" y="9883"/>
                  </a:lnTo>
                  <a:lnTo>
                    <a:pt x="8693" y="9883"/>
                  </a:lnTo>
                  <a:lnTo>
                    <a:pt x="8693" y="6978"/>
                  </a:lnTo>
                  <a:lnTo>
                    <a:pt x="8098" y="6978"/>
                  </a:lnTo>
                  <a:lnTo>
                    <a:pt x="8098" y="5811"/>
                  </a:lnTo>
                  <a:lnTo>
                    <a:pt x="7479" y="5811"/>
                  </a:lnTo>
                  <a:cubicBezTo>
                    <a:pt x="7502" y="5716"/>
                    <a:pt x="7526" y="5620"/>
                    <a:pt x="7526" y="5525"/>
                  </a:cubicBezTo>
                  <a:lnTo>
                    <a:pt x="7526" y="3668"/>
                  </a:lnTo>
                  <a:lnTo>
                    <a:pt x="7026" y="4144"/>
                  </a:lnTo>
                  <a:cubicBezTo>
                    <a:pt x="6717" y="4477"/>
                    <a:pt x="6288" y="4644"/>
                    <a:pt x="5835" y="4644"/>
                  </a:cubicBezTo>
                  <a:lnTo>
                    <a:pt x="5216" y="4644"/>
                  </a:lnTo>
                  <a:lnTo>
                    <a:pt x="5216" y="2905"/>
                  </a:lnTo>
                  <a:lnTo>
                    <a:pt x="4621" y="2905"/>
                  </a:lnTo>
                  <a:lnTo>
                    <a:pt x="4621" y="1739"/>
                  </a:lnTo>
                  <a:lnTo>
                    <a:pt x="3478" y="1739"/>
                  </a:lnTo>
                  <a:lnTo>
                    <a:pt x="3478" y="572"/>
                  </a:lnTo>
                  <a:lnTo>
                    <a:pt x="4621" y="572"/>
                  </a:lnTo>
                  <a:cubicBezTo>
                    <a:pt x="4954" y="572"/>
                    <a:pt x="5216" y="834"/>
                    <a:pt x="5216" y="1143"/>
                  </a:cubicBezTo>
                  <a:lnTo>
                    <a:pt x="5788" y="1143"/>
                  </a:lnTo>
                  <a:cubicBezTo>
                    <a:pt x="5788" y="500"/>
                    <a:pt x="5264" y="0"/>
                    <a:pt x="4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7" name="Google Shape;707;p70"/>
            <p:cNvSpPr/>
            <p:nvPr/>
          </p:nvSpPr>
          <p:spPr>
            <a:xfrm>
              <a:off x="5052200" y="2928625"/>
              <a:ext cx="58375" cy="14925"/>
            </a:xfrm>
            <a:custGeom>
              <a:avLst/>
              <a:gdLst/>
              <a:ahLst/>
              <a:cxnLst/>
              <a:rect l="l" t="t" r="r" b="b"/>
              <a:pathLst>
                <a:path w="2335" h="597" extrusionOk="0">
                  <a:moveTo>
                    <a:pt x="1" y="1"/>
                  </a:moveTo>
                  <a:lnTo>
                    <a:pt x="1" y="596"/>
                  </a:lnTo>
                  <a:lnTo>
                    <a:pt x="2335" y="596"/>
                  </a:lnTo>
                  <a:lnTo>
                    <a:pt x="23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08" name="Google Shape;708;p70"/>
          <p:cNvGrpSpPr/>
          <p:nvPr/>
        </p:nvGrpSpPr>
        <p:grpSpPr>
          <a:xfrm rot="573551">
            <a:off x="4297606" y="1568880"/>
            <a:ext cx="549337" cy="550790"/>
            <a:chOff x="5476100" y="3598400"/>
            <a:chExt cx="226875" cy="227475"/>
          </a:xfrm>
        </p:grpSpPr>
        <p:sp>
          <p:nvSpPr>
            <p:cNvPr id="709" name="Google Shape;709;p70"/>
            <p:cNvSpPr/>
            <p:nvPr/>
          </p:nvSpPr>
          <p:spPr>
            <a:xfrm>
              <a:off x="5516600" y="3746050"/>
              <a:ext cx="39900" cy="39925"/>
            </a:xfrm>
            <a:custGeom>
              <a:avLst/>
              <a:gdLst/>
              <a:ahLst/>
              <a:cxnLst/>
              <a:rect l="l" t="t" r="r" b="b"/>
              <a:pathLst>
                <a:path w="1596" h="1597" extrusionOk="0">
                  <a:moveTo>
                    <a:pt x="786" y="525"/>
                  </a:moveTo>
                  <a:cubicBezTo>
                    <a:pt x="929" y="525"/>
                    <a:pt x="1048" y="644"/>
                    <a:pt x="1048" y="787"/>
                  </a:cubicBezTo>
                  <a:cubicBezTo>
                    <a:pt x="1048" y="954"/>
                    <a:pt x="929" y="1073"/>
                    <a:pt x="786" y="1073"/>
                  </a:cubicBezTo>
                  <a:cubicBezTo>
                    <a:pt x="643" y="1073"/>
                    <a:pt x="524" y="954"/>
                    <a:pt x="524" y="787"/>
                  </a:cubicBezTo>
                  <a:cubicBezTo>
                    <a:pt x="524" y="644"/>
                    <a:pt x="643" y="525"/>
                    <a:pt x="786" y="525"/>
                  </a:cubicBezTo>
                  <a:close/>
                  <a:moveTo>
                    <a:pt x="786" y="1"/>
                  </a:moveTo>
                  <a:cubicBezTo>
                    <a:pt x="357" y="1"/>
                    <a:pt x="0" y="358"/>
                    <a:pt x="0" y="787"/>
                  </a:cubicBezTo>
                  <a:cubicBezTo>
                    <a:pt x="0" y="1239"/>
                    <a:pt x="357" y="1597"/>
                    <a:pt x="786" y="1597"/>
                  </a:cubicBezTo>
                  <a:cubicBezTo>
                    <a:pt x="1239" y="1597"/>
                    <a:pt x="1596" y="1239"/>
                    <a:pt x="1596" y="787"/>
                  </a:cubicBezTo>
                  <a:cubicBezTo>
                    <a:pt x="1596" y="358"/>
                    <a:pt x="1239" y="1"/>
                    <a:pt x="7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0" name="Google Shape;710;p70"/>
            <p:cNvSpPr/>
            <p:nvPr/>
          </p:nvSpPr>
          <p:spPr>
            <a:xfrm>
              <a:off x="5476100" y="3598400"/>
              <a:ext cx="226875" cy="227475"/>
            </a:xfrm>
            <a:custGeom>
              <a:avLst/>
              <a:gdLst/>
              <a:ahLst/>
              <a:cxnLst/>
              <a:rect l="l" t="t" r="r" b="b"/>
              <a:pathLst>
                <a:path w="9075" h="9099" extrusionOk="0">
                  <a:moveTo>
                    <a:pt x="6145" y="549"/>
                  </a:moveTo>
                  <a:cubicBezTo>
                    <a:pt x="6812" y="549"/>
                    <a:pt x="6955" y="858"/>
                    <a:pt x="6955" y="1358"/>
                  </a:cubicBezTo>
                  <a:cubicBezTo>
                    <a:pt x="6955" y="1858"/>
                    <a:pt x="6812" y="2168"/>
                    <a:pt x="6145" y="2168"/>
                  </a:cubicBezTo>
                  <a:cubicBezTo>
                    <a:pt x="5264" y="2168"/>
                    <a:pt x="4264" y="1692"/>
                    <a:pt x="4264" y="1358"/>
                  </a:cubicBezTo>
                  <a:cubicBezTo>
                    <a:pt x="4264" y="1239"/>
                    <a:pt x="4430" y="1049"/>
                    <a:pt x="4859" y="834"/>
                  </a:cubicBezTo>
                  <a:cubicBezTo>
                    <a:pt x="5240" y="668"/>
                    <a:pt x="5740" y="549"/>
                    <a:pt x="6145" y="549"/>
                  </a:cubicBezTo>
                  <a:close/>
                  <a:moveTo>
                    <a:pt x="5597" y="2692"/>
                  </a:moveTo>
                  <a:cubicBezTo>
                    <a:pt x="6145" y="2692"/>
                    <a:pt x="6788" y="2835"/>
                    <a:pt x="7264" y="3073"/>
                  </a:cubicBezTo>
                  <a:cubicBezTo>
                    <a:pt x="7741" y="3287"/>
                    <a:pt x="8026" y="3549"/>
                    <a:pt x="8026" y="3764"/>
                  </a:cubicBezTo>
                  <a:cubicBezTo>
                    <a:pt x="8026" y="4002"/>
                    <a:pt x="7741" y="4264"/>
                    <a:pt x="7264" y="4478"/>
                  </a:cubicBezTo>
                  <a:cubicBezTo>
                    <a:pt x="6788" y="4692"/>
                    <a:pt x="6145" y="4835"/>
                    <a:pt x="5597" y="4835"/>
                  </a:cubicBezTo>
                  <a:cubicBezTo>
                    <a:pt x="4621" y="4835"/>
                    <a:pt x="4264" y="4407"/>
                    <a:pt x="4264" y="3764"/>
                  </a:cubicBezTo>
                  <a:cubicBezTo>
                    <a:pt x="4264" y="3049"/>
                    <a:pt x="4716" y="2692"/>
                    <a:pt x="5597" y="2692"/>
                  </a:cubicBezTo>
                  <a:close/>
                  <a:moveTo>
                    <a:pt x="6407" y="5359"/>
                  </a:moveTo>
                  <a:cubicBezTo>
                    <a:pt x="7717" y="5359"/>
                    <a:pt x="8550" y="5883"/>
                    <a:pt x="8550" y="6693"/>
                  </a:cubicBezTo>
                  <a:cubicBezTo>
                    <a:pt x="8550" y="7526"/>
                    <a:pt x="7717" y="8026"/>
                    <a:pt x="6407" y="8026"/>
                  </a:cubicBezTo>
                  <a:cubicBezTo>
                    <a:pt x="5812" y="8026"/>
                    <a:pt x="4907" y="7931"/>
                    <a:pt x="4407" y="7788"/>
                  </a:cubicBezTo>
                  <a:cubicBezTo>
                    <a:pt x="4430" y="7717"/>
                    <a:pt x="4430" y="7622"/>
                    <a:pt x="4407" y="7526"/>
                  </a:cubicBezTo>
                  <a:cubicBezTo>
                    <a:pt x="4668" y="7336"/>
                    <a:pt x="4811" y="7026"/>
                    <a:pt x="4811" y="6693"/>
                  </a:cubicBezTo>
                  <a:cubicBezTo>
                    <a:pt x="4811" y="6383"/>
                    <a:pt x="4668" y="6074"/>
                    <a:pt x="4407" y="5859"/>
                  </a:cubicBezTo>
                  <a:cubicBezTo>
                    <a:pt x="4430" y="5788"/>
                    <a:pt x="4430" y="5693"/>
                    <a:pt x="4407" y="5597"/>
                  </a:cubicBezTo>
                  <a:cubicBezTo>
                    <a:pt x="4907" y="5478"/>
                    <a:pt x="5812" y="5359"/>
                    <a:pt x="6407" y="5359"/>
                  </a:cubicBezTo>
                  <a:close/>
                  <a:moveTo>
                    <a:pt x="2406" y="4835"/>
                  </a:moveTo>
                  <a:cubicBezTo>
                    <a:pt x="2811" y="4835"/>
                    <a:pt x="2930" y="5216"/>
                    <a:pt x="3001" y="5288"/>
                  </a:cubicBezTo>
                  <a:cubicBezTo>
                    <a:pt x="3042" y="5288"/>
                    <a:pt x="3176" y="5226"/>
                    <a:pt x="3337" y="5226"/>
                  </a:cubicBezTo>
                  <a:cubicBezTo>
                    <a:pt x="3458" y="5226"/>
                    <a:pt x="3593" y="5261"/>
                    <a:pt x="3716" y="5383"/>
                  </a:cubicBezTo>
                  <a:cubicBezTo>
                    <a:pt x="4025" y="5669"/>
                    <a:pt x="3835" y="6026"/>
                    <a:pt x="3811" y="6121"/>
                  </a:cubicBezTo>
                  <a:cubicBezTo>
                    <a:pt x="3883" y="6169"/>
                    <a:pt x="4264" y="6288"/>
                    <a:pt x="4264" y="6693"/>
                  </a:cubicBezTo>
                  <a:cubicBezTo>
                    <a:pt x="4264" y="7098"/>
                    <a:pt x="3883" y="7241"/>
                    <a:pt x="3811" y="7288"/>
                  </a:cubicBezTo>
                  <a:cubicBezTo>
                    <a:pt x="3835" y="7360"/>
                    <a:pt x="4025" y="7741"/>
                    <a:pt x="3716" y="8026"/>
                  </a:cubicBezTo>
                  <a:cubicBezTo>
                    <a:pt x="3593" y="8149"/>
                    <a:pt x="3458" y="8184"/>
                    <a:pt x="3337" y="8184"/>
                  </a:cubicBezTo>
                  <a:cubicBezTo>
                    <a:pt x="3176" y="8184"/>
                    <a:pt x="3042" y="8122"/>
                    <a:pt x="3001" y="8122"/>
                  </a:cubicBezTo>
                  <a:cubicBezTo>
                    <a:pt x="2930" y="8169"/>
                    <a:pt x="2811" y="8574"/>
                    <a:pt x="2406" y="8574"/>
                  </a:cubicBezTo>
                  <a:cubicBezTo>
                    <a:pt x="2001" y="8574"/>
                    <a:pt x="1882" y="8169"/>
                    <a:pt x="1835" y="8122"/>
                  </a:cubicBezTo>
                  <a:lnTo>
                    <a:pt x="1620" y="8169"/>
                  </a:lnTo>
                  <a:cubicBezTo>
                    <a:pt x="1573" y="8181"/>
                    <a:pt x="1523" y="8187"/>
                    <a:pt x="1474" y="8187"/>
                  </a:cubicBezTo>
                  <a:cubicBezTo>
                    <a:pt x="1327" y="8187"/>
                    <a:pt x="1180" y="8134"/>
                    <a:pt x="1072" y="8026"/>
                  </a:cubicBezTo>
                  <a:cubicBezTo>
                    <a:pt x="787" y="7741"/>
                    <a:pt x="977" y="7360"/>
                    <a:pt x="977" y="7288"/>
                  </a:cubicBezTo>
                  <a:cubicBezTo>
                    <a:pt x="906" y="7241"/>
                    <a:pt x="525" y="7121"/>
                    <a:pt x="525" y="6693"/>
                  </a:cubicBezTo>
                  <a:cubicBezTo>
                    <a:pt x="525" y="6288"/>
                    <a:pt x="906" y="6169"/>
                    <a:pt x="977" y="6121"/>
                  </a:cubicBezTo>
                  <a:cubicBezTo>
                    <a:pt x="977" y="6026"/>
                    <a:pt x="787" y="5669"/>
                    <a:pt x="1072" y="5383"/>
                  </a:cubicBezTo>
                  <a:cubicBezTo>
                    <a:pt x="1195" y="5261"/>
                    <a:pt x="1339" y="5226"/>
                    <a:pt x="1470" y="5226"/>
                  </a:cubicBezTo>
                  <a:cubicBezTo>
                    <a:pt x="1644" y="5226"/>
                    <a:pt x="1794" y="5288"/>
                    <a:pt x="1835" y="5288"/>
                  </a:cubicBezTo>
                  <a:cubicBezTo>
                    <a:pt x="1882" y="5216"/>
                    <a:pt x="2001" y="4835"/>
                    <a:pt x="2406" y="4835"/>
                  </a:cubicBezTo>
                  <a:close/>
                  <a:moveTo>
                    <a:pt x="6145" y="1"/>
                  </a:moveTo>
                  <a:cubicBezTo>
                    <a:pt x="5645" y="1"/>
                    <a:pt x="5097" y="144"/>
                    <a:pt x="4621" y="358"/>
                  </a:cubicBezTo>
                  <a:cubicBezTo>
                    <a:pt x="4049" y="620"/>
                    <a:pt x="3740" y="977"/>
                    <a:pt x="3740" y="1358"/>
                  </a:cubicBezTo>
                  <a:cubicBezTo>
                    <a:pt x="3740" y="1739"/>
                    <a:pt x="4049" y="2073"/>
                    <a:pt x="4597" y="2335"/>
                  </a:cubicBezTo>
                  <a:cubicBezTo>
                    <a:pt x="4025" y="2621"/>
                    <a:pt x="3740" y="3144"/>
                    <a:pt x="3740" y="3764"/>
                  </a:cubicBezTo>
                  <a:cubicBezTo>
                    <a:pt x="3740" y="4311"/>
                    <a:pt x="3930" y="4764"/>
                    <a:pt x="4383" y="5073"/>
                  </a:cubicBezTo>
                  <a:cubicBezTo>
                    <a:pt x="4311" y="5073"/>
                    <a:pt x="4264" y="5097"/>
                    <a:pt x="4192" y="5121"/>
                  </a:cubicBezTo>
                  <a:cubicBezTo>
                    <a:pt x="4168" y="5073"/>
                    <a:pt x="4145" y="5050"/>
                    <a:pt x="4097" y="5002"/>
                  </a:cubicBezTo>
                  <a:cubicBezTo>
                    <a:pt x="3901" y="4806"/>
                    <a:pt x="3605" y="4689"/>
                    <a:pt x="3319" y="4689"/>
                  </a:cubicBezTo>
                  <a:cubicBezTo>
                    <a:pt x="3292" y="4689"/>
                    <a:pt x="3266" y="4690"/>
                    <a:pt x="3240" y="4692"/>
                  </a:cubicBezTo>
                  <a:cubicBezTo>
                    <a:pt x="3025" y="4454"/>
                    <a:pt x="2740" y="4311"/>
                    <a:pt x="2406" y="4311"/>
                  </a:cubicBezTo>
                  <a:cubicBezTo>
                    <a:pt x="2073" y="4311"/>
                    <a:pt x="1787" y="4454"/>
                    <a:pt x="1573" y="4692"/>
                  </a:cubicBezTo>
                  <a:cubicBezTo>
                    <a:pt x="1544" y="4690"/>
                    <a:pt x="1516" y="4689"/>
                    <a:pt x="1489" y="4689"/>
                  </a:cubicBezTo>
                  <a:cubicBezTo>
                    <a:pt x="1187" y="4689"/>
                    <a:pt x="909" y="4806"/>
                    <a:pt x="691" y="5002"/>
                  </a:cubicBezTo>
                  <a:cubicBezTo>
                    <a:pt x="477" y="5240"/>
                    <a:pt x="358" y="5550"/>
                    <a:pt x="382" y="5859"/>
                  </a:cubicBezTo>
                  <a:cubicBezTo>
                    <a:pt x="144" y="6074"/>
                    <a:pt x="1" y="6383"/>
                    <a:pt x="1" y="6693"/>
                  </a:cubicBezTo>
                  <a:cubicBezTo>
                    <a:pt x="1" y="7026"/>
                    <a:pt x="144" y="7336"/>
                    <a:pt x="382" y="7526"/>
                  </a:cubicBezTo>
                  <a:cubicBezTo>
                    <a:pt x="358" y="7860"/>
                    <a:pt x="477" y="8169"/>
                    <a:pt x="691" y="8384"/>
                  </a:cubicBezTo>
                  <a:cubicBezTo>
                    <a:pt x="910" y="8602"/>
                    <a:pt x="1188" y="8720"/>
                    <a:pt x="1489" y="8720"/>
                  </a:cubicBezTo>
                  <a:cubicBezTo>
                    <a:pt x="1517" y="8720"/>
                    <a:pt x="1545" y="8719"/>
                    <a:pt x="1573" y="8717"/>
                  </a:cubicBezTo>
                  <a:cubicBezTo>
                    <a:pt x="1787" y="8955"/>
                    <a:pt x="2073" y="9098"/>
                    <a:pt x="2406" y="9098"/>
                  </a:cubicBezTo>
                  <a:cubicBezTo>
                    <a:pt x="2740" y="9098"/>
                    <a:pt x="3025" y="8955"/>
                    <a:pt x="3240" y="8717"/>
                  </a:cubicBezTo>
                  <a:cubicBezTo>
                    <a:pt x="3266" y="8719"/>
                    <a:pt x="3292" y="8720"/>
                    <a:pt x="3318" y="8720"/>
                  </a:cubicBezTo>
                  <a:cubicBezTo>
                    <a:pt x="3604" y="8720"/>
                    <a:pt x="3901" y="8602"/>
                    <a:pt x="4097" y="8384"/>
                  </a:cubicBezTo>
                  <a:cubicBezTo>
                    <a:pt x="4145" y="8360"/>
                    <a:pt x="4168" y="8336"/>
                    <a:pt x="4192" y="8288"/>
                  </a:cubicBezTo>
                  <a:cubicBezTo>
                    <a:pt x="4811" y="8479"/>
                    <a:pt x="5812" y="8574"/>
                    <a:pt x="6407" y="8574"/>
                  </a:cubicBezTo>
                  <a:cubicBezTo>
                    <a:pt x="7741" y="8574"/>
                    <a:pt x="9074" y="8026"/>
                    <a:pt x="9074" y="6693"/>
                  </a:cubicBezTo>
                  <a:cubicBezTo>
                    <a:pt x="9074" y="5955"/>
                    <a:pt x="8598" y="5240"/>
                    <a:pt x="7479" y="4954"/>
                  </a:cubicBezTo>
                  <a:lnTo>
                    <a:pt x="7502" y="4954"/>
                  </a:lnTo>
                  <a:cubicBezTo>
                    <a:pt x="8169" y="4645"/>
                    <a:pt x="8550" y="4216"/>
                    <a:pt x="8550" y="3764"/>
                  </a:cubicBezTo>
                  <a:cubicBezTo>
                    <a:pt x="8550" y="3168"/>
                    <a:pt x="7883" y="2692"/>
                    <a:pt x="7074" y="2406"/>
                  </a:cubicBezTo>
                  <a:cubicBezTo>
                    <a:pt x="7336" y="2192"/>
                    <a:pt x="7479" y="1835"/>
                    <a:pt x="7479" y="1358"/>
                  </a:cubicBezTo>
                  <a:cubicBezTo>
                    <a:pt x="7479" y="430"/>
                    <a:pt x="6978" y="1"/>
                    <a:pt x="6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711" name="Google Shape;711;p70"/>
          <p:cNvSpPr/>
          <p:nvPr/>
        </p:nvSpPr>
        <p:spPr>
          <a:xfrm rot="-370742">
            <a:off x="6780112" y="2143978"/>
            <a:ext cx="353687" cy="550780"/>
          </a:xfrm>
          <a:custGeom>
            <a:avLst/>
            <a:gdLst/>
            <a:ahLst/>
            <a:cxnLst/>
            <a:rect l="l" t="t" r="r" b="b"/>
            <a:pathLst>
              <a:path w="6026" h="9384" extrusionOk="0">
                <a:moveTo>
                  <a:pt x="3835" y="3311"/>
                </a:moveTo>
                <a:lnTo>
                  <a:pt x="3835" y="3859"/>
                </a:lnTo>
                <a:lnTo>
                  <a:pt x="2191" y="3859"/>
                </a:lnTo>
                <a:lnTo>
                  <a:pt x="2191" y="3311"/>
                </a:lnTo>
                <a:close/>
                <a:moveTo>
                  <a:pt x="4073" y="4407"/>
                </a:moveTo>
                <a:cubicBezTo>
                  <a:pt x="4859" y="4407"/>
                  <a:pt x="5478" y="5050"/>
                  <a:pt x="5478" y="5835"/>
                </a:cubicBezTo>
                <a:cubicBezTo>
                  <a:pt x="5478" y="6097"/>
                  <a:pt x="5406" y="6383"/>
                  <a:pt x="5240" y="6621"/>
                </a:cubicBezTo>
                <a:lnTo>
                  <a:pt x="4501" y="7717"/>
                </a:lnTo>
                <a:lnTo>
                  <a:pt x="1501" y="7717"/>
                </a:lnTo>
                <a:lnTo>
                  <a:pt x="786" y="6621"/>
                </a:lnTo>
                <a:cubicBezTo>
                  <a:pt x="620" y="6383"/>
                  <a:pt x="548" y="6097"/>
                  <a:pt x="548" y="5835"/>
                </a:cubicBezTo>
                <a:cubicBezTo>
                  <a:pt x="548" y="5050"/>
                  <a:pt x="1167" y="4407"/>
                  <a:pt x="1953" y="4407"/>
                </a:cubicBezTo>
                <a:close/>
                <a:moveTo>
                  <a:pt x="4382" y="8264"/>
                </a:moveTo>
                <a:lnTo>
                  <a:pt x="4382" y="8836"/>
                </a:lnTo>
                <a:lnTo>
                  <a:pt x="1644" y="8836"/>
                </a:lnTo>
                <a:lnTo>
                  <a:pt x="1644" y="8264"/>
                </a:lnTo>
                <a:close/>
                <a:moveTo>
                  <a:pt x="2739" y="1"/>
                </a:moveTo>
                <a:lnTo>
                  <a:pt x="2739" y="2763"/>
                </a:lnTo>
                <a:lnTo>
                  <a:pt x="2644" y="2763"/>
                </a:lnTo>
                <a:lnTo>
                  <a:pt x="1620" y="715"/>
                </a:lnTo>
                <a:lnTo>
                  <a:pt x="1120" y="977"/>
                </a:lnTo>
                <a:lnTo>
                  <a:pt x="2025" y="2763"/>
                </a:lnTo>
                <a:lnTo>
                  <a:pt x="1096" y="2763"/>
                </a:lnTo>
                <a:lnTo>
                  <a:pt x="1096" y="3311"/>
                </a:lnTo>
                <a:lnTo>
                  <a:pt x="1644" y="3311"/>
                </a:lnTo>
                <a:lnTo>
                  <a:pt x="1644" y="3883"/>
                </a:lnTo>
                <a:cubicBezTo>
                  <a:pt x="715" y="4049"/>
                  <a:pt x="0" y="4859"/>
                  <a:pt x="0" y="5835"/>
                </a:cubicBezTo>
                <a:cubicBezTo>
                  <a:pt x="0" y="6216"/>
                  <a:pt x="96" y="6597"/>
                  <a:pt x="334" y="6907"/>
                </a:cubicBezTo>
                <a:lnTo>
                  <a:pt x="1096" y="8074"/>
                </a:lnTo>
                <a:lnTo>
                  <a:pt x="1096" y="9384"/>
                </a:lnTo>
                <a:lnTo>
                  <a:pt x="4930" y="9384"/>
                </a:lnTo>
                <a:lnTo>
                  <a:pt x="4930" y="8074"/>
                </a:lnTo>
                <a:lnTo>
                  <a:pt x="5692" y="6907"/>
                </a:lnTo>
                <a:cubicBezTo>
                  <a:pt x="5930" y="6597"/>
                  <a:pt x="6026" y="6216"/>
                  <a:pt x="6026" y="5835"/>
                </a:cubicBezTo>
                <a:cubicBezTo>
                  <a:pt x="6026" y="4859"/>
                  <a:pt x="5311" y="4049"/>
                  <a:pt x="4382" y="3883"/>
                </a:cubicBezTo>
                <a:lnTo>
                  <a:pt x="4382" y="3311"/>
                </a:lnTo>
                <a:lnTo>
                  <a:pt x="4930" y="3311"/>
                </a:lnTo>
                <a:lnTo>
                  <a:pt x="4930" y="2763"/>
                </a:lnTo>
                <a:lnTo>
                  <a:pt x="4001" y="2763"/>
                </a:lnTo>
                <a:lnTo>
                  <a:pt x="4906" y="977"/>
                </a:lnTo>
                <a:lnTo>
                  <a:pt x="4406" y="715"/>
                </a:lnTo>
                <a:lnTo>
                  <a:pt x="3382" y="2763"/>
                </a:lnTo>
                <a:lnTo>
                  <a:pt x="3287" y="2763"/>
                </a:lnTo>
                <a:lnTo>
                  <a:pt x="32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5" name="Picture 1"/>
          <p:cNvPicPr>
            <a:picLocks noChangeAspect="1"/>
          </p:cNvPicPr>
          <p:nvPr/>
        </p:nvPicPr>
        <p:blipFill>
          <a:blip r:embed="rId1"/>
          <a:stretch>
            <a:fillRect/>
          </a:stretch>
        </p:blipFill>
        <p:spPr>
          <a:xfrm>
            <a:off x="252095" y="1203960"/>
            <a:ext cx="4547870" cy="3423285"/>
          </a:xfrm>
          <a:prstGeom prst="rect">
            <a:avLst/>
          </a:prstGeom>
          <a:noFill/>
          <a:ln>
            <a:noFill/>
          </a:ln>
        </p:spPr>
      </p:pic>
      <p:pic>
        <p:nvPicPr>
          <p:cNvPr id="26" name="Picture 2"/>
          <p:cNvPicPr>
            <a:picLocks noChangeAspect="1"/>
          </p:cNvPicPr>
          <p:nvPr/>
        </p:nvPicPr>
        <p:blipFill>
          <a:blip r:embed="rId2"/>
          <a:stretch>
            <a:fillRect/>
          </a:stretch>
        </p:blipFill>
        <p:spPr>
          <a:xfrm>
            <a:off x="4799965" y="1203960"/>
            <a:ext cx="4079240" cy="3422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5"/>
                                        </p:tgtEl>
                                        <p:attrNameLst>
                                          <p:attrName>style.visibility</p:attrName>
                                        </p:attrNameLst>
                                      </p:cBhvr>
                                      <p:to>
                                        <p:strVal val="visible"/>
                                      </p:to>
                                    </p:set>
                                    <p:animEffect transition="in" filter="fade">
                                      <p:cBhvr>
                                        <p:cTn id="7" dur="1000"/>
                                        <p:tgtEl>
                                          <p:spTgt spid="705"/>
                                        </p:tgtEl>
                                      </p:cBhvr>
                                    </p:animEffect>
                                  </p:childTnLst>
                                </p:cTn>
                              </p:par>
                              <p:par>
                                <p:cTn id="8" presetID="10" presetClass="entr" presetSubtype="0" fill="hold" nodeType="withEffect">
                                  <p:stCondLst>
                                    <p:cond delay="0"/>
                                  </p:stCondLst>
                                  <p:childTnLst>
                                    <p:set>
                                      <p:cBhvr>
                                        <p:cTn id="9" dur="1" fill="hold">
                                          <p:stCondLst>
                                            <p:cond delay="0"/>
                                          </p:stCondLst>
                                        </p:cTn>
                                        <p:tgtEl>
                                          <p:spTgt spid="708"/>
                                        </p:tgtEl>
                                        <p:attrNameLst>
                                          <p:attrName>style.visibility</p:attrName>
                                        </p:attrNameLst>
                                      </p:cBhvr>
                                      <p:to>
                                        <p:strVal val="visible"/>
                                      </p:to>
                                    </p:set>
                                    <p:animEffect transition="in" filter="fade">
                                      <p:cBhvr>
                                        <p:cTn id="10" dur="1000"/>
                                        <p:tgtEl>
                                          <p:spTgt spid="708"/>
                                        </p:tgtEl>
                                      </p:cBhvr>
                                    </p:animEffect>
                                  </p:childTnLst>
                                </p:cTn>
                              </p:par>
                              <p:par>
                                <p:cTn id="11" presetID="10" presetClass="entr" presetSubtype="0" fill="hold" nodeType="withEffect">
                                  <p:stCondLst>
                                    <p:cond delay="0"/>
                                  </p:stCondLst>
                                  <p:childTnLst>
                                    <p:set>
                                      <p:cBhvr>
                                        <p:cTn id="12" dur="1" fill="hold">
                                          <p:stCondLst>
                                            <p:cond delay="0"/>
                                          </p:stCondLst>
                                        </p:cTn>
                                        <p:tgtEl>
                                          <p:spTgt spid="711"/>
                                        </p:tgtEl>
                                        <p:attrNameLst>
                                          <p:attrName>style.visibility</p:attrName>
                                        </p:attrNameLst>
                                      </p:cBhvr>
                                      <p:to>
                                        <p:strVal val="visible"/>
                                      </p:to>
                                    </p:set>
                                    <p:animEffect transition="in" filter="fade">
                                      <p:cBhvr>
                                        <p:cTn id="13" dur="1000"/>
                                        <p:tgtEl>
                                          <p:spTgt spid="7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56" name="Shape 856"/>
        <p:cNvGrpSpPr/>
        <p:nvPr/>
      </p:nvGrpSpPr>
      <p:grpSpPr>
        <a:xfrm>
          <a:off x="0" y="0"/>
          <a:ext cx="0" cy="0"/>
          <a:chOff x="0" y="0"/>
          <a:chExt cx="0" cy="0"/>
        </a:xfrm>
      </p:grpSpPr>
      <p:pic>
        <p:nvPicPr>
          <p:cNvPr id="857" name="Google Shape;857;p80" descr="C:\Users\ASUS\OneDrive - Thang Long University\Pictures\KLTN\slide\Find-a-Job.pngFind-a-Job"/>
          <p:cNvPicPr preferRelativeResize="0"/>
          <p:nvPr/>
        </p:nvPicPr>
        <p:blipFill rotWithShape="1">
          <a:blip r:embed="rId1"/>
          <a:srcRect l="8807" t="-11878" r="13247" b="-25265"/>
          <a:stretch>
            <a:fillRect/>
          </a:stretch>
        </p:blipFill>
        <p:spPr>
          <a:xfrm rot="-358965">
            <a:off x="150495" y="223520"/>
            <a:ext cx="3920078" cy="4389120"/>
          </a:xfrm>
          <a:prstGeom prst="rect">
            <a:avLst/>
          </a:prstGeom>
          <a:noFill/>
          <a:ln>
            <a:noFill/>
          </a:ln>
        </p:spPr>
      </p:pic>
      <p:sp>
        <p:nvSpPr>
          <p:cNvPr id="858" name="Google Shape;858;p80"/>
          <p:cNvSpPr/>
          <p:nvPr/>
        </p:nvSpPr>
        <p:spPr>
          <a:xfrm rot="-541102">
            <a:off x="-162671" y="-319752"/>
            <a:ext cx="4893112" cy="5903461"/>
          </a:xfrm>
          <a:custGeom>
            <a:avLst/>
            <a:gdLst/>
            <a:ahLst/>
            <a:cxnLst/>
            <a:rect l="l" t="t" r="r" b="b"/>
            <a:pathLst>
              <a:path w="122671" h="122671" extrusionOk="0">
                <a:moveTo>
                  <a:pt x="61288" y="15890"/>
                </a:moveTo>
                <a:cubicBezTo>
                  <a:pt x="74134" y="15890"/>
                  <a:pt x="87890" y="17837"/>
                  <a:pt x="98492" y="25582"/>
                </a:cubicBezTo>
                <a:cubicBezTo>
                  <a:pt x="106392" y="31355"/>
                  <a:pt x="107052" y="41356"/>
                  <a:pt x="105729" y="50292"/>
                </a:cubicBezTo>
                <a:cubicBezTo>
                  <a:pt x="104207" y="60560"/>
                  <a:pt x="103318" y="70931"/>
                  <a:pt x="101429" y="81148"/>
                </a:cubicBezTo>
                <a:cubicBezTo>
                  <a:pt x="99916" y="89314"/>
                  <a:pt x="96431" y="97128"/>
                  <a:pt x="88124" y="99955"/>
                </a:cubicBezTo>
                <a:cubicBezTo>
                  <a:pt x="84437" y="101209"/>
                  <a:pt x="80540" y="101601"/>
                  <a:pt x="76602" y="101601"/>
                </a:cubicBezTo>
                <a:cubicBezTo>
                  <a:pt x="71796" y="101601"/>
                  <a:pt x="66926" y="101018"/>
                  <a:pt x="62297" y="100710"/>
                </a:cubicBezTo>
                <a:cubicBezTo>
                  <a:pt x="51217" y="99976"/>
                  <a:pt x="40203" y="98506"/>
                  <a:pt x="29211" y="96964"/>
                </a:cubicBezTo>
                <a:cubicBezTo>
                  <a:pt x="16647" y="95202"/>
                  <a:pt x="10610" y="89119"/>
                  <a:pt x="11276" y="76081"/>
                </a:cubicBezTo>
                <a:cubicBezTo>
                  <a:pt x="11770" y="66433"/>
                  <a:pt x="13452" y="56900"/>
                  <a:pt x="15516" y="47476"/>
                </a:cubicBezTo>
                <a:cubicBezTo>
                  <a:pt x="17086" y="40308"/>
                  <a:pt x="17867" y="30029"/>
                  <a:pt x="23464" y="24632"/>
                </a:cubicBezTo>
                <a:cubicBezTo>
                  <a:pt x="31878" y="16520"/>
                  <a:pt x="46079" y="16024"/>
                  <a:pt x="57526" y="15914"/>
                </a:cubicBezTo>
                <a:cubicBezTo>
                  <a:pt x="58439" y="15906"/>
                  <a:pt x="59335" y="15900"/>
                  <a:pt x="60210" y="15894"/>
                </a:cubicBezTo>
                <a:cubicBezTo>
                  <a:pt x="60569" y="15891"/>
                  <a:pt x="60928" y="15890"/>
                  <a:pt x="61288" y="15890"/>
                </a:cubicBezTo>
                <a:close/>
                <a:moveTo>
                  <a:pt x="0" y="0"/>
                </a:moveTo>
                <a:lnTo>
                  <a:pt x="0" y="122670"/>
                </a:lnTo>
                <a:lnTo>
                  <a:pt x="122671" y="122670"/>
                </a:lnTo>
                <a:lnTo>
                  <a:pt x="1226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9" name="Google Shape;859;p80"/>
          <p:cNvSpPr txBox="1"/>
          <p:nvPr>
            <p:ph type="subTitle" idx="1"/>
          </p:nvPr>
        </p:nvSpPr>
        <p:spPr>
          <a:xfrm>
            <a:off x="4349577" y="2279880"/>
            <a:ext cx="4081200" cy="1135500"/>
          </a:xfrm>
          <a:prstGeom prst="rect">
            <a:avLst/>
          </a:prstGeom>
        </p:spPr>
        <p:txBody>
          <a:bodyPr spcFirstLastPara="1" wrap="square" lIns="91425" tIns="91425" rIns="91425" bIns="91425" anchor="t" anchorCtr="0">
            <a:noAutofit/>
          </a:bodyPr>
          <a:lstStyle/>
          <a:p>
            <a:pPr marL="457200" indent="-292100" algn="l" latinLnBrk="0">
              <a:spcBef>
                <a:spcPts val="1600"/>
              </a:spcBef>
              <a:buClr>
                <a:srgbClr val="191919"/>
              </a:buClr>
              <a:buSzPts val="1000"/>
              <a:buFont typeface="Arial" panose="020B0604020202020204"/>
              <a:buChar char="●"/>
            </a:pPr>
            <a:r>
              <a:rPr lang="en-US" dirty="0" err="1">
                <a:latin typeface="Times New Roman" panose="02020603050405020304" pitchFamily="18" charset="0"/>
                <a:cs typeface="Times New Roman" panose="02020603050405020304" pitchFamily="18" charset="0"/>
                <a:sym typeface="Arial" panose="020B0604020202020204"/>
              </a:rPr>
              <a:t>Nhu</a:t>
            </a:r>
            <a:r>
              <a:rPr lang="en-US" dirty="0">
                <a:latin typeface="Times New Roman" panose="02020603050405020304" pitchFamily="18" charset="0"/>
                <a:cs typeface="Times New Roman" panose="02020603050405020304" pitchFamily="18" charset="0"/>
                <a:sym typeface="Arial" panose="020B0604020202020204"/>
              </a:rPr>
              <a:t> </a:t>
            </a:r>
            <a:r>
              <a:rPr lang="en-US" dirty="0" err="1">
                <a:latin typeface="Times New Roman" panose="02020603050405020304" pitchFamily="18" charset="0"/>
                <a:cs typeface="Times New Roman" panose="02020603050405020304" pitchFamily="18" charset="0"/>
                <a:sym typeface="Arial" panose="020B0604020202020204"/>
              </a:rPr>
              <a:t>cầu</a:t>
            </a:r>
            <a:r>
              <a:rPr lang="en-US" dirty="0">
                <a:latin typeface="Times New Roman" panose="02020603050405020304" pitchFamily="18" charset="0"/>
                <a:cs typeface="Times New Roman" panose="02020603050405020304" pitchFamily="18" charset="0"/>
                <a:sym typeface="Arial" panose="020B0604020202020204"/>
              </a:rPr>
              <a:t> </a:t>
            </a:r>
            <a:r>
              <a:rPr lang="en-US" dirty="0" err="1">
                <a:latin typeface="Times New Roman" panose="02020603050405020304" pitchFamily="18" charset="0"/>
                <a:cs typeface="Times New Roman" panose="02020603050405020304" pitchFamily="18" charset="0"/>
                <a:sym typeface="Arial" panose="020B0604020202020204"/>
              </a:rPr>
              <a:t>tuyển dụng và tìm việc làm</a:t>
            </a:r>
            <a:r>
              <a:rPr lang="en-US" dirty="0">
                <a:latin typeface="Times New Roman" panose="02020603050405020304" pitchFamily="18" charset="0"/>
                <a:cs typeface="Times New Roman" panose="02020603050405020304" pitchFamily="18" charset="0"/>
                <a:sym typeface="Arial" panose="020B0604020202020204"/>
              </a:rPr>
              <a:t> </a:t>
            </a:r>
            <a:r>
              <a:rPr lang="en-US" dirty="0" err="1">
                <a:latin typeface="Times New Roman" panose="02020603050405020304" pitchFamily="18" charset="0"/>
                <a:cs typeface="Times New Roman" panose="02020603050405020304" pitchFamily="18" charset="0"/>
                <a:sym typeface="Arial" panose="020B0604020202020204"/>
              </a:rPr>
              <a:t>ngày</a:t>
            </a:r>
            <a:r>
              <a:rPr lang="en-US" dirty="0">
                <a:latin typeface="Times New Roman" panose="02020603050405020304" pitchFamily="18" charset="0"/>
                <a:cs typeface="Times New Roman" panose="02020603050405020304" pitchFamily="18" charset="0"/>
                <a:sym typeface="Arial" panose="020B0604020202020204"/>
              </a:rPr>
              <a:t> </a:t>
            </a:r>
            <a:r>
              <a:rPr lang="en-US" dirty="0" err="1">
                <a:latin typeface="Times New Roman" panose="02020603050405020304" pitchFamily="18" charset="0"/>
                <a:cs typeface="Times New Roman" panose="02020603050405020304" pitchFamily="18" charset="0"/>
                <a:sym typeface="Arial" panose="020B0604020202020204"/>
              </a:rPr>
              <a:t>càng</a:t>
            </a:r>
            <a:r>
              <a:rPr lang="en-US" dirty="0">
                <a:latin typeface="Times New Roman" panose="02020603050405020304" pitchFamily="18" charset="0"/>
                <a:cs typeface="Times New Roman" panose="02020603050405020304" pitchFamily="18" charset="0"/>
                <a:sym typeface="Arial" panose="020B0604020202020204"/>
              </a:rPr>
              <a:t> </a:t>
            </a:r>
            <a:r>
              <a:rPr lang="en-US" dirty="0" err="1">
                <a:latin typeface="Times New Roman" panose="02020603050405020304" pitchFamily="18" charset="0"/>
                <a:cs typeface="Times New Roman" panose="02020603050405020304" pitchFamily="18" charset="0"/>
                <a:sym typeface="Arial" panose="020B0604020202020204"/>
              </a:rPr>
              <a:t>lớn</a:t>
            </a:r>
            <a:endParaRPr lang="en-US" kern="0" dirty="0">
              <a:latin typeface="Times New Roman" panose="02020603050405020304" pitchFamily="18" charset="0"/>
              <a:cs typeface="Times New Roman" panose="02020603050405020304" pitchFamily="18" charset="0"/>
              <a:sym typeface="Arial" panose="020B0604020202020204"/>
            </a:endParaRPr>
          </a:p>
          <a:p>
            <a:pPr marL="457200" indent="-292100" algn="l" latinLnBrk="0">
              <a:buClr>
                <a:srgbClr val="191919"/>
              </a:buClr>
              <a:buSzPts val="1000"/>
              <a:buFont typeface="Arial" panose="020B0604020202020204"/>
              <a:buChar char="●"/>
            </a:pPr>
            <a:r>
              <a:rPr lang="en-GB" dirty="0">
                <a:latin typeface="Times New Roman" panose="02020603050405020304" pitchFamily="18" charset="0"/>
                <a:cs typeface="Times New Roman" panose="02020603050405020304" pitchFamily="18" charset="0"/>
                <a:sym typeface="Arial" panose="020B0604020202020204"/>
              </a:rPr>
              <a:t>Phù hợp với hoàn cảnh xã hội hiện nay</a:t>
            </a:r>
            <a:endParaRPr lang="en-GB" kern="0" dirty="0">
              <a:latin typeface="Times New Roman" panose="02020603050405020304" pitchFamily="18" charset="0"/>
              <a:cs typeface="Times New Roman" panose="02020603050405020304" pitchFamily="18" charset="0"/>
              <a:sym typeface="Arial" panose="020B0604020202020204"/>
            </a:endParaRPr>
          </a:p>
          <a:p>
            <a:pPr marL="457200" indent="-292100" algn="l" latinLnBrk="0">
              <a:buClr>
                <a:srgbClr val="191919"/>
              </a:buClr>
              <a:buSzPts val="1000"/>
              <a:buFont typeface="Arial" panose="020B0604020202020204"/>
              <a:buChar char="●"/>
            </a:pPr>
            <a:r>
              <a:rPr lang="en-US" dirty="0" err="1">
                <a:latin typeface="Times New Roman" panose="02020603050405020304" pitchFamily="18" charset="0"/>
                <a:cs typeface="Times New Roman" panose="02020603050405020304" pitchFamily="18" charset="0"/>
                <a:sym typeface="Arial" panose="020B0604020202020204"/>
              </a:rPr>
              <a:t>Tính</a:t>
            </a:r>
            <a:r>
              <a:rPr lang="en-US" dirty="0">
                <a:latin typeface="Times New Roman" panose="02020603050405020304" pitchFamily="18" charset="0"/>
                <a:cs typeface="Times New Roman" panose="02020603050405020304" pitchFamily="18" charset="0"/>
                <a:sym typeface="Arial" panose="020B0604020202020204"/>
              </a:rPr>
              <a:t> </a:t>
            </a:r>
            <a:r>
              <a:rPr lang="en-US" dirty="0" err="1">
                <a:latin typeface="Times New Roman" panose="02020603050405020304" pitchFamily="18" charset="0"/>
                <a:cs typeface="Times New Roman" panose="02020603050405020304" pitchFamily="18" charset="0"/>
                <a:sym typeface="Arial" panose="020B0604020202020204"/>
              </a:rPr>
              <a:t>ứng</a:t>
            </a:r>
            <a:r>
              <a:rPr lang="en-US" dirty="0">
                <a:latin typeface="Times New Roman" panose="02020603050405020304" pitchFamily="18" charset="0"/>
                <a:cs typeface="Times New Roman" panose="02020603050405020304" pitchFamily="18" charset="0"/>
                <a:sym typeface="Arial" panose="020B0604020202020204"/>
              </a:rPr>
              <a:t> </a:t>
            </a:r>
            <a:r>
              <a:rPr lang="en-US" dirty="0" err="1">
                <a:latin typeface="Times New Roman" panose="02020603050405020304" pitchFamily="18" charset="0"/>
                <a:cs typeface="Times New Roman" panose="02020603050405020304" pitchFamily="18" charset="0"/>
                <a:sym typeface="Arial" panose="020B0604020202020204"/>
              </a:rPr>
              <a:t>dụng</a:t>
            </a:r>
            <a:r>
              <a:rPr lang="en-US" dirty="0">
                <a:latin typeface="Times New Roman" panose="02020603050405020304" pitchFamily="18" charset="0"/>
                <a:cs typeface="Times New Roman" panose="02020603050405020304" pitchFamily="18" charset="0"/>
                <a:sym typeface="Arial" panose="020B0604020202020204"/>
              </a:rPr>
              <a:t> </a:t>
            </a:r>
            <a:r>
              <a:rPr lang="en-US" dirty="0" err="1">
                <a:latin typeface="Times New Roman" panose="02020603050405020304" pitchFamily="18" charset="0"/>
                <a:cs typeface="Times New Roman" panose="02020603050405020304" pitchFamily="18" charset="0"/>
                <a:sym typeface="Arial" panose="020B0604020202020204"/>
              </a:rPr>
              <a:t>cao</a:t>
            </a:r>
            <a:endParaRPr lang="en-GB"/>
          </a:p>
        </p:txBody>
      </p:sp>
      <p:sp>
        <p:nvSpPr>
          <p:cNvPr id="860" name="Google Shape;860;p80"/>
          <p:cNvSpPr txBox="1"/>
          <p:nvPr>
            <p:ph type="title"/>
          </p:nvPr>
        </p:nvSpPr>
        <p:spPr>
          <a:xfrm flipH="1">
            <a:off x="4100195" y="405765"/>
            <a:ext cx="4921250" cy="154241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ltLang="en-GB" dirty="0">
                <a:sym typeface="+mn-ea"/>
              </a:rPr>
              <a:t>Động lực thực hiện đề tài</a:t>
            </a: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62" name="Shape 662"/>
        <p:cNvGrpSpPr/>
        <p:nvPr/>
      </p:nvGrpSpPr>
      <p:grpSpPr>
        <a:xfrm>
          <a:off x="0" y="0"/>
          <a:ext cx="0" cy="0"/>
          <a:chOff x="0" y="0"/>
          <a:chExt cx="0" cy="0"/>
        </a:xfrm>
      </p:grpSpPr>
      <p:sp>
        <p:nvSpPr>
          <p:cNvPr id="663" name="Google Shape;663;p67"/>
          <p:cNvSpPr txBox="1"/>
          <p:nvPr>
            <p:ph type="title"/>
          </p:nvPr>
        </p:nvSpPr>
        <p:spPr>
          <a:xfrm>
            <a:off x="716280" y="2048510"/>
            <a:ext cx="5076190" cy="98869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b="1" dirty="0">
                <a:latin typeface="Calibri" panose="020F0502020204030204" charset="0"/>
                <a:cs typeface="Calibri" panose="020F0502020204030204" charset="0"/>
                <a:sym typeface="+mn-ea"/>
              </a:rPr>
              <a:t>Cơ sở lý thuyết</a:t>
            </a:r>
            <a:endParaRPr lang="en-GB" b="1"/>
          </a:p>
        </p:txBody>
      </p:sp>
      <p:sp>
        <p:nvSpPr>
          <p:cNvPr id="665" name="Google Shape;665;p67"/>
          <p:cNvSpPr txBox="1"/>
          <p:nvPr>
            <p:ph type="title" idx="2"/>
          </p:nvPr>
        </p:nvSpPr>
        <p:spPr>
          <a:xfrm>
            <a:off x="723265" y="1304925"/>
            <a:ext cx="1497965" cy="87884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0</a:t>
            </a:r>
            <a:r>
              <a:rPr lang="en-US" altLang="en-GB"/>
              <a:t>2</a:t>
            </a:r>
            <a:endParaRPr lang="en-US" alt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63"/>
                                        </p:tgtEl>
                                        <p:attrNameLst>
                                          <p:attrName>style.visibility</p:attrName>
                                        </p:attrNameLst>
                                      </p:cBhvr>
                                      <p:to>
                                        <p:strVal val="visible"/>
                                      </p:to>
                                    </p:set>
                                    <p:anim calcmode="lin" valueType="num">
                                      <p:cBhvr additive="base">
                                        <p:cTn id="7" dur="1000"/>
                                        <p:tgtEl>
                                          <p:spTgt spid="663"/>
                                        </p:tgtEl>
                                        <p:attrNameLst>
                                          <p:attrName>ppt_x</p:attrName>
                                        </p:attrNameLst>
                                      </p:cBhvr>
                                      <p:tavLst>
                                        <p:tav tm="0" fmla="">
                                          <p:val>
                                            <p:strVal val="#ppt_x-1"/>
                                          </p:val>
                                        </p:tav>
                                        <p:tav tm="100000" fmla="">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665"/>
                                        </p:tgtEl>
                                        <p:attrNameLst>
                                          <p:attrName>style.visibility</p:attrName>
                                        </p:attrNameLst>
                                      </p:cBhvr>
                                      <p:to>
                                        <p:strVal val="visible"/>
                                      </p:to>
                                    </p:set>
                                    <p:anim calcmode="lin" valueType="num">
                                      <p:cBhvr additive="base">
                                        <p:cTn id="10" dur="1000"/>
                                        <p:tgtEl>
                                          <p:spTgt spid="665"/>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76" name="Shape 676"/>
        <p:cNvGrpSpPr/>
        <p:nvPr/>
      </p:nvGrpSpPr>
      <p:grpSpPr>
        <a:xfrm>
          <a:off x="0" y="0"/>
          <a:ext cx="0" cy="0"/>
          <a:chOff x="0" y="0"/>
          <a:chExt cx="0" cy="0"/>
        </a:xfrm>
      </p:grpSpPr>
      <p:sp>
        <p:nvSpPr>
          <p:cNvPr id="677" name="Google Shape;677;p69"/>
          <p:cNvSpPr txBox="1"/>
          <p:nvPr>
            <p:ph type="title"/>
          </p:nvPr>
        </p:nvSpPr>
        <p:spPr>
          <a:xfrm>
            <a:off x="-466090" y="843280"/>
            <a:ext cx="5837555" cy="65786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b="1" dirty="0">
                <a:latin typeface="Calibri" panose="020F0502020204030204" charset="0"/>
                <a:cs typeface="Calibri" panose="020F0502020204030204" charset="0"/>
                <a:sym typeface="+mn-ea"/>
              </a:rPr>
              <a:t>Cơ sở lý thuyết</a:t>
            </a:r>
            <a:endParaRPr b="1">
              <a:solidFill>
                <a:schemeClr val="lt1"/>
              </a:solidFill>
            </a:endParaRPr>
          </a:p>
        </p:txBody>
      </p:sp>
      <p:sp>
        <p:nvSpPr>
          <p:cNvPr id="682" name="Google Shape;682;p69"/>
          <p:cNvSpPr txBox="1"/>
          <p:nvPr>
            <p:ph type="title" idx="5"/>
          </p:nvPr>
        </p:nvSpPr>
        <p:spPr>
          <a:xfrm>
            <a:off x="1907540" y="1976120"/>
            <a:ext cx="4083685" cy="48768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ltLang="en-GB"/>
              <a:t>Công nghệ sử dụng</a:t>
            </a:r>
            <a:endParaRPr lang="en-US" altLang="en-GB"/>
          </a:p>
        </p:txBody>
      </p:sp>
      <p:grpSp>
        <p:nvGrpSpPr>
          <p:cNvPr id="691" name="Google Shape;691;p69"/>
          <p:cNvGrpSpPr/>
          <p:nvPr/>
        </p:nvGrpSpPr>
        <p:grpSpPr>
          <a:xfrm rot="510042">
            <a:off x="1569891" y="1898044"/>
            <a:ext cx="437768" cy="497995"/>
            <a:chOff x="5535742" y="1768803"/>
            <a:chExt cx="299729" cy="340965"/>
          </a:xfrm>
        </p:grpSpPr>
        <p:sp>
          <p:nvSpPr>
            <p:cNvPr id="692" name="Google Shape;692;p69"/>
            <p:cNvSpPr/>
            <p:nvPr/>
          </p:nvSpPr>
          <p:spPr>
            <a:xfrm>
              <a:off x="5535742" y="1989979"/>
              <a:ext cx="299729" cy="119789"/>
            </a:xfrm>
            <a:custGeom>
              <a:avLst/>
              <a:gdLst/>
              <a:ahLst/>
              <a:cxnLst/>
              <a:rect l="l" t="t" r="r" b="b"/>
              <a:pathLst>
                <a:path w="9333" h="3730" extrusionOk="0">
                  <a:moveTo>
                    <a:pt x="1321" y="661"/>
                  </a:moveTo>
                  <a:lnTo>
                    <a:pt x="1803" y="3105"/>
                  </a:lnTo>
                  <a:lnTo>
                    <a:pt x="625" y="3105"/>
                  </a:lnTo>
                  <a:lnTo>
                    <a:pt x="625" y="1553"/>
                  </a:lnTo>
                  <a:cubicBezTo>
                    <a:pt x="625" y="1125"/>
                    <a:pt x="928" y="768"/>
                    <a:pt x="1321" y="661"/>
                  </a:cubicBezTo>
                  <a:close/>
                  <a:moveTo>
                    <a:pt x="7405" y="625"/>
                  </a:moveTo>
                  <a:lnTo>
                    <a:pt x="6906" y="3105"/>
                  </a:lnTo>
                  <a:lnTo>
                    <a:pt x="2445" y="3105"/>
                  </a:lnTo>
                  <a:lnTo>
                    <a:pt x="1945" y="625"/>
                  </a:lnTo>
                  <a:lnTo>
                    <a:pt x="4229" y="625"/>
                  </a:lnTo>
                  <a:lnTo>
                    <a:pt x="3605" y="2392"/>
                  </a:lnTo>
                  <a:lnTo>
                    <a:pt x="4194" y="2588"/>
                  </a:lnTo>
                  <a:lnTo>
                    <a:pt x="4675" y="1232"/>
                  </a:lnTo>
                  <a:lnTo>
                    <a:pt x="5157" y="2588"/>
                  </a:lnTo>
                  <a:lnTo>
                    <a:pt x="5746" y="2392"/>
                  </a:lnTo>
                  <a:lnTo>
                    <a:pt x="5121" y="625"/>
                  </a:lnTo>
                  <a:close/>
                  <a:moveTo>
                    <a:pt x="8030" y="661"/>
                  </a:moveTo>
                  <a:cubicBezTo>
                    <a:pt x="8422" y="768"/>
                    <a:pt x="8726" y="1125"/>
                    <a:pt x="8726" y="1553"/>
                  </a:cubicBezTo>
                  <a:lnTo>
                    <a:pt x="8726" y="3105"/>
                  </a:lnTo>
                  <a:lnTo>
                    <a:pt x="7548" y="3105"/>
                  </a:lnTo>
                  <a:lnTo>
                    <a:pt x="8030" y="661"/>
                  </a:lnTo>
                  <a:close/>
                  <a:moveTo>
                    <a:pt x="1571" y="1"/>
                  </a:moveTo>
                  <a:cubicBezTo>
                    <a:pt x="696" y="1"/>
                    <a:pt x="1" y="697"/>
                    <a:pt x="1" y="1553"/>
                  </a:cubicBezTo>
                  <a:lnTo>
                    <a:pt x="1" y="3730"/>
                  </a:lnTo>
                  <a:lnTo>
                    <a:pt x="9332" y="3730"/>
                  </a:lnTo>
                  <a:lnTo>
                    <a:pt x="9332" y="1553"/>
                  </a:lnTo>
                  <a:cubicBezTo>
                    <a:pt x="9332" y="697"/>
                    <a:pt x="8636" y="1"/>
                    <a:pt x="77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3" name="Google Shape;693;p69"/>
            <p:cNvSpPr/>
            <p:nvPr/>
          </p:nvSpPr>
          <p:spPr>
            <a:xfrm>
              <a:off x="5575854" y="1768803"/>
              <a:ext cx="220084" cy="221272"/>
            </a:xfrm>
            <a:custGeom>
              <a:avLst/>
              <a:gdLst/>
              <a:ahLst/>
              <a:cxnLst/>
              <a:rect l="l" t="t" r="r" b="b"/>
              <a:pathLst>
                <a:path w="6853" h="6890" extrusionOk="0">
                  <a:moveTo>
                    <a:pt x="4069" y="625"/>
                  </a:moveTo>
                  <a:lnTo>
                    <a:pt x="4318" y="3123"/>
                  </a:lnTo>
                  <a:lnTo>
                    <a:pt x="2516" y="3123"/>
                  </a:lnTo>
                  <a:lnTo>
                    <a:pt x="2766" y="625"/>
                  </a:lnTo>
                  <a:close/>
                  <a:moveTo>
                    <a:pt x="4354" y="3730"/>
                  </a:moveTo>
                  <a:lnTo>
                    <a:pt x="4354" y="5335"/>
                  </a:lnTo>
                  <a:cubicBezTo>
                    <a:pt x="4354" y="5850"/>
                    <a:pt x="3942" y="6265"/>
                    <a:pt x="3435" y="6265"/>
                  </a:cubicBezTo>
                  <a:cubicBezTo>
                    <a:pt x="3414" y="6265"/>
                    <a:pt x="3394" y="6265"/>
                    <a:pt x="3373" y="6263"/>
                  </a:cubicBezTo>
                  <a:cubicBezTo>
                    <a:pt x="2891" y="6245"/>
                    <a:pt x="2499" y="5799"/>
                    <a:pt x="2499" y="5318"/>
                  </a:cubicBezTo>
                  <a:lnTo>
                    <a:pt x="2499" y="3730"/>
                  </a:lnTo>
                  <a:close/>
                  <a:moveTo>
                    <a:pt x="2213" y="1"/>
                  </a:moveTo>
                  <a:lnTo>
                    <a:pt x="1892" y="3123"/>
                  </a:lnTo>
                  <a:lnTo>
                    <a:pt x="1" y="3123"/>
                  </a:lnTo>
                  <a:lnTo>
                    <a:pt x="1" y="3730"/>
                  </a:lnTo>
                  <a:lnTo>
                    <a:pt x="1874" y="3730"/>
                  </a:lnTo>
                  <a:lnTo>
                    <a:pt x="1874" y="5318"/>
                  </a:lnTo>
                  <a:cubicBezTo>
                    <a:pt x="1874" y="6156"/>
                    <a:pt x="2534" y="6852"/>
                    <a:pt x="3373" y="6888"/>
                  </a:cubicBezTo>
                  <a:cubicBezTo>
                    <a:pt x="3394" y="6889"/>
                    <a:pt x="3415" y="6889"/>
                    <a:pt x="3436" y="6889"/>
                  </a:cubicBezTo>
                  <a:cubicBezTo>
                    <a:pt x="4282" y="6889"/>
                    <a:pt x="4979" y="6189"/>
                    <a:pt x="4979" y="5335"/>
                  </a:cubicBezTo>
                  <a:lnTo>
                    <a:pt x="4979" y="3730"/>
                  </a:lnTo>
                  <a:lnTo>
                    <a:pt x="6852" y="3730"/>
                  </a:lnTo>
                  <a:lnTo>
                    <a:pt x="6852" y="3123"/>
                  </a:lnTo>
                  <a:lnTo>
                    <a:pt x="4943" y="3123"/>
                  </a:lnTo>
                  <a:lnTo>
                    <a:pt x="464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82"/>
                                        </p:tgtEl>
                                        <p:attrNameLst>
                                          <p:attrName>style.visibility</p:attrName>
                                        </p:attrNameLst>
                                      </p:cBhvr>
                                      <p:to>
                                        <p:strVal val="visible"/>
                                      </p:to>
                                    </p:set>
                                    <p:animEffect transition="in" filter="fade">
                                      <p:cBhvr>
                                        <p:cTn id="7" dur="1000"/>
                                        <p:tgtEl>
                                          <p:spTgt spid="6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83" name="Shape 583"/>
        <p:cNvGrpSpPr/>
        <p:nvPr/>
      </p:nvGrpSpPr>
      <p:grpSpPr>
        <a:xfrm>
          <a:off x="0" y="0"/>
          <a:ext cx="0" cy="0"/>
          <a:chOff x="0" y="0"/>
          <a:chExt cx="0" cy="0"/>
        </a:xfrm>
      </p:grpSpPr>
      <p:sp>
        <p:nvSpPr>
          <p:cNvPr id="732" name="Google Shape;732;p72"/>
          <p:cNvSpPr txBox="1"/>
          <p:nvPr/>
        </p:nvSpPr>
        <p:spPr>
          <a:xfrm>
            <a:off x="719925" y="7170"/>
            <a:ext cx="7704000" cy="6579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Kulim Park"/>
              <a:buNone/>
              <a:defRPr sz="2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sz="3000" b="1">
                <a:sym typeface="+mn-ea"/>
              </a:rPr>
              <a:t>Công nghệ sử dụng</a:t>
            </a:r>
            <a:endParaRPr lang="en-GB" sz="3000" b="1"/>
          </a:p>
        </p:txBody>
      </p:sp>
      <p:pic>
        <p:nvPicPr>
          <p:cNvPr id="13" name="Picture 12" descr="html-css-course"/>
          <p:cNvPicPr>
            <a:picLocks noChangeAspect="1"/>
          </p:cNvPicPr>
          <p:nvPr/>
        </p:nvPicPr>
        <p:blipFill>
          <a:blip r:embed="rId1"/>
          <a:stretch>
            <a:fillRect/>
          </a:stretch>
        </p:blipFill>
        <p:spPr>
          <a:xfrm>
            <a:off x="395605" y="915035"/>
            <a:ext cx="4273550" cy="3261360"/>
          </a:xfrm>
          <a:prstGeom prst="rect">
            <a:avLst/>
          </a:prstGeom>
        </p:spPr>
      </p:pic>
      <p:sp>
        <p:nvSpPr>
          <p:cNvPr id="609" name="Google Shape;609;p61"/>
          <p:cNvSpPr txBox="1"/>
          <p:nvPr/>
        </p:nvSpPr>
        <p:spPr>
          <a:xfrm>
            <a:off x="4993005" y="772795"/>
            <a:ext cx="394081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l" rtl="0">
              <a:spcBef>
                <a:spcPts val="0"/>
              </a:spcBef>
              <a:spcAft>
                <a:spcPts val="0"/>
              </a:spcAft>
              <a:buNone/>
            </a:pPr>
            <a:r>
              <a:rPr lang="en-US" altLang="en-GB" sz="2000" b="1">
                <a:sym typeface="+mn-ea"/>
              </a:rPr>
              <a:t>Ưu điểm</a:t>
            </a:r>
            <a:endParaRPr lang="en-US" altLang="en-GB" sz="2000" b="1">
              <a:sym typeface="+mn-ea"/>
            </a:endParaRPr>
          </a:p>
        </p:txBody>
      </p:sp>
      <p:sp>
        <p:nvSpPr>
          <p:cNvPr id="2" name="TextBox 2"/>
          <p:cNvSpPr txBox="1"/>
          <p:nvPr/>
        </p:nvSpPr>
        <p:spPr>
          <a:xfrm>
            <a:off x="4880610" y="1344930"/>
            <a:ext cx="4062730" cy="1395095"/>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Dễ học và dễ sử dụng</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Phổ  biến</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Tương thích tốt</a:t>
            </a:r>
            <a:endParaRPr lang="en-US" sz="1800" dirty="0">
              <a:effectLst/>
              <a:latin typeface="Calibri" panose="020F0502020204030204" charset="0"/>
              <a:ea typeface="Noto Sans Symbols"/>
              <a:cs typeface="Calibri" panose="020F0502020204030204" charset="0"/>
              <a:sym typeface="+mn-ea"/>
            </a:endParaRPr>
          </a:p>
        </p:txBody>
      </p:sp>
      <p:sp>
        <p:nvSpPr>
          <p:cNvPr id="3" name="Google Shape;609;p61"/>
          <p:cNvSpPr txBox="1"/>
          <p:nvPr/>
        </p:nvSpPr>
        <p:spPr>
          <a:xfrm>
            <a:off x="4976495" y="2693670"/>
            <a:ext cx="394081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l" rtl="0">
              <a:spcBef>
                <a:spcPts val="0"/>
              </a:spcBef>
              <a:spcAft>
                <a:spcPts val="0"/>
              </a:spcAft>
              <a:buNone/>
            </a:pPr>
            <a:r>
              <a:rPr lang="en-US" altLang="en-GB" sz="2000" b="1">
                <a:sym typeface="+mn-ea"/>
              </a:rPr>
              <a:t>Nhược điểm</a:t>
            </a:r>
            <a:endParaRPr lang="en-US" altLang="en-GB" sz="2000" b="1">
              <a:sym typeface="+mn-ea"/>
            </a:endParaRPr>
          </a:p>
        </p:txBody>
      </p:sp>
      <p:sp>
        <p:nvSpPr>
          <p:cNvPr id="4" name="TextBox 2"/>
          <p:cNvSpPr txBox="1"/>
          <p:nvPr/>
        </p:nvSpPr>
        <p:spPr>
          <a:xfrm>
            <a:off x="4935855" y="3194050"/>
            <a:ext cx="4062730" cy="1241425"/>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Khó khăn trong việc quản lý mã nguồn với các dự án lớn</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Khả năng mở rộng hạn chế</a:t>
            </a:r>
            <a:endParaRPr lang="en-US" sz="1800" dirty="0">
              <a:effectLst/>
              <a:latin typeface="Calibri" panose="020F0502020204030204" charset="0"/>
              <a:ea typeface="Noto Sans Symbols"/>
              <a:cs typeface="Calibri" panose="020F0502020204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fade">
                                      <p:cBhvr>
                                        <p:cTn id="16" dur="500"/>
                                        <p:tgtEl>
                                          <p:spTgt spid="4">
                                            <p:txEl>
                                              <p:pRg st="0" end="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83" name="Shape 583"/>
        <p:cNvGrpSpPr/>
        <p:nvPr/>
      </p:nvGrpSpPr>
      <p:grpSpPr>
        <a:xfrm>
          <a:off x="0" y="0"/>
          <a:ext cx="0" cy="0"/>
          <a:chOff x="0" y="0"/>
          <a:chExt cx="0" cy="0"/>
        </a:xfrm>
      </p:grpSpPr>
      <p:sp>
        <p:nvSpPr>
          <p:cNvPr id="732" name="Google Shape;732;p72"/>
          <p:cNvSpPr txBox="1"/>
          <p:nvPr/>
        </p:nvSpPr>
        <p:spPr>
          <a:xfrm>
            <a:off x="719925" y="7170"/>
            <a:ext cx="7704000" cy="6579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Kulim Park"/>
              <a:buNone/>
              <a:defRPr sz="2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sz="3000" b="1">
                <a:sym typeface="+mn-ea"/>
              </a:rPr>
              <a:t>Công nghệ sử dụng</a:t>
            </a:r>
            <a:endParaRPr lang="en-GB" sz="3000" b="1"/>
          </a:p>
        </p:txBody>
      </p:sp>
      <p:pic>
        <p:nvPicPr>
          <p:cNvPr id="17" name="Picture 16" descr="images"/>
          <p:cNvPicPr>
            <a:picLocks noChangeAspect="1"/>
          </p:cNvPicPr>
          <p:nvPr/>
        </p:nvPicPr>
        <p:blipFill>
          <a:blip r:embed="rId1"/>
          <a:stretch>
            <a:fillRect/>
          </a:stretch>
        </p:blipFill>
        <p:spPr>
          <a:xfrm>
            <a:off x="539750" y="850265"/>
            <a:ext cx="3168650" cy="1723390"/>
          </a:xfrm>
          <a:prstGeom prst="rect">
            <a:avLst/>
          </a:prstGeom>
        </p:spPr>
      </p:pic>
      <p:pic>
        <p:nvPicPr>
          <p:cNvPr id="18" name="Picture 17" descr="co-ban-ve-jQuery-640"/>
          <p:cNvPicPr>
            <a:picLocks noChangeAspect="1"/>
          </p:cNvPicPr>
          <p:nvPr/>
        </p:nvPicPr>
        <p:blipFill>
          <a:blip r:embed="rId2"/>
          <a:stretch>
            <a:fillRect/>
          </a:stretch>
        </p:blipFill>
        <p:spPr>
          <a:xfrm>
            <a:off x="553720" y="2787650"/>
            <a:ext cx="3181350" cy="1891030"/>
          </a:xfrm>
          <a:prstGeom prst="rect">
            <a:avLst/>
          </a:prstGeom>
        </p:spPr>
      </p:pic>
      <p:sp>
        <p:nvSpPr>
          <p:cNvPr id="609" name="Google Shape;609;p61"/>
          <p:cNvSpPr txBox="1"/>
          <p:nvPr/>
        </p:nvSpPr>
        <p:spPr>
          <a:xfrm>
            <a:off x="4562475" y="772795"/>
            <a:ext cx="394081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l" rtl="0">
              <a:spcBef>
                <a:spcPts val="0"/>
              </a:spcBef>
              <a:spcAft>
                <a:spcPts val="0"/>
              </a:spcAft>
              <a:buNone/>
            </a:pPr>
            <a:r>
              <a:rPr lang="en-US" altLang="en-GB" sz="2000" b="1">
                <a:sym typeface="+mn-ea"/>
              </a:rPr>
              <a:t>Ưu điểm</a:t>
            </a:r>
            <a:endParaRPr lang="en-US" altLang="en-GB" sz="2000" b="1">
              <a:sym typeface="+mn-ea"/>
            </a:endParaRPr>
          </a:p>
        </p:txBody>
      </p:sp>
      <p:sp>
        <p:nvSpPr>
          <p:cNvPr id="2" name="TextBox 2"/>
          <p:cNvSpPr txBox="1"/>
          <p:nvPr/>
        </p:nvSpPr>
        <p:spPr>
          <a:xfrm>
            <a:off x="4450080" y="1344930"/>
            <a:ext cx="4062730" cy="1395095"/>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Tính linh hoạt và đa nền tảng</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Cộng đồng sử dụng lớn</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Thư viện mạnh mẽ</a:t>
            </a:r>
            <a:endParaRPr lang="en-US" sz="1800" dirty="0">
              <a:effectLst/>
              <a:latin typeface="Calibri" panose="020F0502020204030204" charset="0"/>
              <a:ea typeface="Noto Sans Symbols"/>
              <a:cs typeface="Calibri" panose="020F0502020204030204" charset="0"/>
              <a:sym typeface="+mn-ea"/>
            </a:endParaRPr>
          </a:p>
        </p:txBody>
      </p:sp>
      <p:sp>
        <p:nvSpPr>
          <p:cNvPr id="3" name="Google Shape;609;p61"/>
          <p:cNvSpPr txBox="1"/>
          <p:nvPr/>
        </p:nvSpPr>
        <p:spPr>
          <a:xfrm>
            <a:off x="4545965" y="2693670"/>
            <a:ext cx="394081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l" rtl="0">
              <a:spcBef>
                <a:spcPts val="0"/>
              </a:spcBef>
              <a:spcAft>
                <a:spcPts val="0"/>
              </a:spcAft>
              <a:buNone/>
            </a:pPr>
            <a:r>
              <a:rPr lang="en-US" altLang="en-GB" sz="2000" b="1">
                <a:sym typeface="+mn-ea"/>
              </a:rPr>
              <a:t>Nhược điểm</a:t>
            </a:r>
            <a:endParaRPr lang="en-US" altLang="en-GB" sz="2000" b="1">
              <a:sym typeface="+mn-ea"/>
            </a:endParaRPr>
          </a:p>
        </p:txBody>
      </p:sp>
      <p:sp>
        <p:nvSpPr>
          <p:cNvPr id="4" name="TextBox 2"/>
          <p:cNvSpPr txBox="1"/>
          <p:nvPr/>
        </p:nvSpPr>
        <p:spPr>
          <a:xfrm>
            <a:off x="4505325" y="3194050"/>
            <a:ext cx="4062730" cy="1395095"/>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Bảo mật</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Khả năng mở rộng hạn chế</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Tốc  độ thực thi chậm</a:t>
            </a:r>
            <a:endParaRPr lang="en-US" sz="1800" dirty="0">
              <a:effectLst/>
              <a:latin typeface="Calibri" panose="020F0502020204030204" charset="0"/>
              <a:ea typeface="Noto Sans Symbols"/>
              <a:cs typeface="Calibri" panose="020F0502020204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fade">
                                      <p:cBhvr>
                                        <p:cTn id="16" dur="500"/>
                                        <p:tgtEl>
                                          <p:spTgt spid="4">
                                            <p:txEl>
                                              <p:p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500"/>
                                        <p:tgtEl>
                                          <p:spTgt spid="4">
                                            <p:txEl>
                                              <p:pRg st="2" end="2"/>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83" name="Shape 583"/>
        <p:cNvGrpSpPr/>
        <p:nvPr/>
      </p:nvGrpSpPr>
      <p:grpSpPr>
        <a:xfrm>
          <a:off x="0" y="0"/>
          <a:ext cx="0" cy="0"/>
          <a:chOff x="0" y="0"/>
          <a:chExt cx="0" cy="0"/>
        </a:xfrm>
      </p:grpSpPr>
      <p:sp>
        <p:nvSpPr>
          <p:cNvPr id="732" name="Google Shape;732;p72"/>
          <p:cNvSpPr txBox="1"/>
          <p:nvPr/>
        </p:nvSpPr>
        <p:spPr>
          <a:xfrm>
            <a:off x="719925" y="7170"/>
            <a:ext cx="7704000" cy="6579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Kulim Park"/>
              <a:buNone/>
              <a:defRPr sz="2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sz="3000" b="1">
                <a:sym typeface="+mn-ea"/>
              </a:rPr>
              <a:t>Công nghệ sử dụng</a:t>
            </a:r>
            <a:endParaRPr lang="en-GB" sz="3000" b="1"/>
          </a:p>
        </p:txBody>
      </p:sp>
      <p:pic>
        <p:nvPicPr>
          <p:cNvPr id="117" name="Picture 117" descr="images"/>
          <p:cNvPicPr>
            <a:picLocks noChangeAspect="1"/>
          </p:cNvPicPr>
          <p:nvPr/>
        </p:nvPicPr>
        <p:blipFill>
          <a:blip r:embed="rId1"/>
          <a:stretch>
            <a:fillRect/>
          </a:stretch>
        </p:blipFill>
        <p:spPr>
          <a:xfrm>
            <a:off x="1979613" y="987108"/>
            <a:ext cx="4752975" cy="962025"/>
          </a:xfrm>
          <a:prstGeom prst="rect">
            <a:avLst/>
          </a:prstGeom>
        </p:spPr>
      </p:pic>
      <p:sp>
        <p:nvSpPr>
          <p:cNvPr id="609" name="Google Shape;609;p61"/>
          <p:cNvSpPr txBox="1"/>
          <p:nvPr/>
        </p:nvSpPr>
        <p:spPr>
          <a:xfrm>
            <a:off x="605155" y="2063115"/>
            <a:ext cx="394081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l" rtl="0">
              <a:spcBef>
                <a:spcPts val="0"/>
              </a:spcBef>
              <a:spcAft>
                <a:spcPts val="0"/>
              </a:spcAft>
              <a:buNone/>
            </a:pPr>
            <a:r>
              <a:rPr lang="en-US" altLang="en-GB" sz="2000" b="1">
                <a:sym typeface="+mn-ea"/>
              </a:rPr>
              <a:t>Ưu điểm</a:t>
            </a:r>
            <a:endParaRPr lang="en-US" altLang="en-GB" sz="2000" b="1">
              <a:sym typeface="+mn-ea"/>
            </a:endParaRPr>
          </a:p>
        </p:txBody>
      </p:sp>
      <p:sp>
        <p:nvSpPr>
          <p:cNvPr id="2" name="TextBox 2"/>
          <p:cNvSpPr txBox="1"/>
          <p:nvPr/>
        </p:nvSpPr>
        <p:spPr>
          <a:xfrm>
            <a:off x="492760" y="2635250"/>
            <a:ext cx="4062730" cy="1395095"/>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Tích hợp tốt với Spring Framework</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Cú pháp gần gũi với HTML</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Hỗ trợ cho các tính năng web động</a:t>
            </a:r>
            <a:endParaRPr lang="en-US" sz="1800" dirty="0">
              <a:effectLst/>
              <a:latin typeface="Calibri" panose="020F0502020204030204" charset="0"/>
              <a:ea typeface="Noto Sans Symbols"/>
              <a:cs typeface="Calibri" panose="020F0502020204030204" charset="0"/>
              <a:sym typeface="+mn-ea"/>
            </a:endParaRPr>
          </a:p>
        </p:txBody>
      </p:sp>
      <p:sp>
        <p:nvSpPr>
          <p:cNvPr id="3" name="Google Shape;609;p61"/>
          <p:cNvSpPr txBox="1"/>
          <p:nvPr/>
        </p:nvSpPr>
        <p:spPr>
          <a:xfrm>
            <a:off x="4893945" y="2046605"/>
            <a:ext cx="394081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l" rtl="0">
              <a:spcBef>
                <a:spcPts val="0"/>
              </a:spcBef>
              <a:spcAft>
                <a:spcPts val="0"/>
              </a:spcAft>
              <a:buNone/>
            </a:pPr>
            <a:r>
              <a:rPr lang="en-US" altLang="en-GB" sz="2000" b="1">
                <a:sym typeface="+mn-ea"/>
              </a:rPr>
              <a:t>Nhược điểm</a:t>
            </a:r>
            <a:endParaRPr lang="en-US" altLang="en-GB" sz="2000" b="1">
              <a:sym typeface="+mn-ea"/>
            </a:endParaRPr>
          </a:p>
        </p:txBody>
      </p:sp>
      <p:sp>
        <p:nvSpPr>
          <p:cNvPr id="4" name="TextBox 2"/>
          <p:cNvSpPr txBox="1"/>
          <p:nvPr/>
        </p:nvSpPr>
        <p:spPr>
          <a:xfrm>
            <a:off x="4853305" y="2546985"/>
            <a:ext cx="4062730" cy="1573530"/>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Khó khăn trong việc tích hợp với các công cụ front-end hiện đại</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Điều chỉnh cú pháp có thể gây khó khăn</a:t>
            </a:r>
            <a:endParaRPr lang="en-US" sz="1800" dirty="0">
              <a:effectLst/>
              <a:latin typeface="Calibri" panose="020F0502020204030204" charset="0"/>
              <a:ea typeface="Noto Sans Symbols"/>
              <a:cs typeface="Calibri" panose="020F0502020204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fade">
                                      <p:cBhvr>
                                        <p:cTn id="16" dur="500"/>
                                        <p:tgtEl>
                                          <p:spTgt spid="4">
                                            <p:txEl>
                                              <p:pRg st="0" end="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83" name="Shape 583"/>
        <p:cNvGrpSpPr/>
        <p:nvPr/>
      </p:nvGrpSpPr>
      <p:grpSpPr>
        <a:xfrm>
          <a:off x="0" y="0"/>
          <a:ext cx="0" cy="0"/>
          <a:chOff x="0" y="0"/>
          <a:chExt cx="0" cy="0"/>
        </a:xfrm>
      </p:grpSpPr>
      <p:sp>
        <p:nvSpPr>
          <p:cNvPr id="732" name="Google Shape;732;p72"/>
          <p:cNvSpPr txBox="1"/>
          <p:nvPr/>
        </p:nvSpPr>
        <p:spPr>
          <a:xfrm>
            <a:off x="719925" y="7170"/>
            <a:ext cx="7704000" cy="6579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Kulim Park"/>
              <a:buNone/>
              <a:defRPr sz="2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sz="3000" b="1">
                <a:sym typeface="+mn-ea"/>
              </a:rPr>
              <a:t>Công nghệ sử dụng</a:t>
            </a:r>
            <a:endParaRPr lang="en-GB" sz="3000" b="1"/>
          </a:p>
        </p:txBody>
      </p:sp>
      <p:pic>
        <p:nvPicPr>
          <p:cNvPr id="13" name="Picture 12" descr="C:\Users\ASUS\OneDrive - Thang Long University\Pictures\KLTN\java-la-gi.jpgjava-la-gi"/>
          <p:cNvPicPr>
            <a:picLocks noChangeAspect="1"/>
          </p:cNvPicPr>
          <p:nvPr/>
        </p:nvPicPr>
        <p:blipFill>
          <a:blip r:embed="rId1"/>
          <a:srcRect l="22053" t="2287" r="17830" b="2146"/>
          <a:stretch>
            <a:fillRect/>
          </a:stretch>
        </p:blipFill>
        <p:spPr>
          <a:xfrm>
            <a:off x="614045" y="842645"/>
            <a:ext cx="2160270" cy="2160270"/>
          </a:xfrm>
          <a:prstGeom prst="rect">
            <a:avLst/>
          </a:prstGeom>
        </p:spPr>
      </p:pic>
      <p:sp>
        <p:nvSpPr>
          <p:cNvPr id="609" name="Google Shape;609;p61"/>
          <p:cNvSpPr txBox="1"/>
          <p:nvPr/>
        </p:nvSpPr>
        <p:spPr>
          <a:xfrm>
            <a:off x="3270885" y="557530"/>
            <a:ext cx="394081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l" rtl="0">
              <a:spcBef>
                <a:spcPts val="0"/>
              </a:spcBef>
              <a:spcAft>
                <a:spcPts val="0"/>
              </a:spcAft>
              <a:buNone/>
            </a:pPr>
            <a:r>
              <a:rPr lang="en-US" altLang="en-GB" sz="2000" b="1">
                <a:sym typeface="+mn-ea"/>
              </a:rPr>
              <a:t>Ưu điểm</a:t>
            </a:r>
            <a:endParaRPr lang="en-US" altLang="en-GB" sz="2000" b="1">
              <a:sym typeface="+mn-ea"/>
            </a:endParaRPr>
          </a:p>
        </p:txBody>
      </p:sp>
      <p:sp>
        <p:nvSpPr>
          <p:cNvPr id="2" name="TextBox 2"/>
          <p:cNvSpPr txBox="1"/>
          <p:nvPr/>
        </p:nvSpPr>
        <p:spPr>
          <a:xfrm>
            <a:off x="3302000" y="1057910"/>
            <a:ext cx="4062730" cy="1881505"/>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Hỗ trợ đa nền tảng</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Bảo mật tốt</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Bộ thư viên phong phú</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Cộng đồng lớn</a:t>
            </a:r>
            <a:endParaRPr lang="en-US" sz="1800" dirty="0">
              <a:effectLst/>
              <a:latin typeface="Calibri" panose="020F0502020204030204" charset="0"/>
              <a:ea typeface="Noto Sans Symbols"/>
              <a:cs typeface="Calibri" panose="020F0502020204030204" charset="0"/>
              <a:sym typeface="+mn-ea"/>
            </a:endParaRPr>
          </a:p>
        </p:txBody>
      </p:sp>
      <p:sp>
        <p:nvSpPr>
          <p:cNvPr id="3" name="Google Shape;609;p61"/>
          <p:cNvSpPr txBox="1"/>
          <p:nvPr/>
        </p:nvSpPr>
        <p:spPr>
          <a:xfrm>
            <a:off x="1316990" y="2908935"/>
            <a:ext cx="394081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l" rtl="0">
              <a:spcBef>
                <a:spcPts val="0"/>
              </a:spcBef>
              <a:spcAft>
                <a:spcPts val="0"/>
              </a:spcAft>
              <a:buNone/>
            </a:pPr>
            <a:r>
              <a:rPr lang="en-US" altLang="en-GB" sz="2000" b="1">
                <a:sym typeface="+mn-ea"/>
              </a:rPr>
              <a:t>Nhược điểm</a:t>
            </a:r>
            <a:endParaRPr lang="en-US" altLang="en-GB" sz="2000" b="1">
              <a:sym typeface="+mn-ea"/>
            </a:endParaRPr>
          </a:p>
        </p:txBody>
      </p:sp>
      <p:sp>
        <p:nvSpPr>
          <p:cNvPr id="4" name="TextBox 2"/>
          <p:cNvSpPr txBox="1"/>
          <p:nvPr/>
        </p:nvSpPr>
        <p:spPr>
          <a:xfrm>
            <a:off x="1425575" y="3337560"/>
            <a:ext cx="6795135" cy="1395095"/>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Khó khăn trong việc quản lý mã nguồn với các dự án lớn</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Khởi động chậm</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Khó khăn trong việc quản lý phiên bản</a:t>
            </a:r>
            <a:endParaRPr lang="en-US" sz="1800" dirty="0">
              <a:effectLst/>
              <a:latin typeface="Calibri" panose="020F0502020204030204" charset="0"/>
              <a:ea typeface="Noto Sans Symbols"/>
              <a:cs typeface="Calibri" panose="020F0502020204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Effect transition="in" filter="fade">
                                      <p:cBhvr>
                                        <p:cTn id="19" dur="500"/>
                                        <p:tgtEl>
                                          <p:spTgt spid="4">
                                            <p:txEl>
                                              <p:pRg st="0" end="0"/>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fade">
                                      <p:cBhvr>
                                        <p:cTn id="22" dur="500"/>
                                        <p:tgtEl>
                                          <p:spTgt spid="4">
                                            <p:txEl>
                                              <p:p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fade">
                                      <p:cBhvr>
                                        <p:cTn id="25"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83" name="Shape 583"/>
        <p:cNvGrpSpPr/>
        <p:nvPr/>
      </p:nvGrpSpPr>
      <p:grpSpPr>
        <a:xfrm>
          <a:off x="0" y="0"/>
          <a:ext cx="0" cy="0"/>
          <a:chOff x="0" y="0"/>
          <a:chExt cx="0" cy="0"/>
        </a:xfrm>
      </p:grpSpPr>
      <p:sp>
        <p:nvSpPr>
          <p:cNvPr id="732" name="Google Shape;732;p72"/>
          <p:cNvSpPr txBox="1"/>
          <p:nvPr/>
        </p:nvSpPr>
        <p:spPr>
          <a:xfrm>
            <a:off x="719925" y="7170"/>
            <a:ext cx="7704000" cy="6579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Kulim Park"/>
              <a:buNone/>
              <a:defRPr sz="2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sz="3000" b="1">
                <a:sym typeface="+mn-ea"/>
              </a:rPr>
              <a:t>Công nghệ sử dụng</a:t>
            </a:r>
            <a:endParaRPr lang="en-GB" sz="3000" b="1"/>
          </a:p>
        </p:txBody>
      </p:sp>
      <p:pic>
        <p:nvPicPr>
          <p:cNvPr id="2" name="Picture 1" descr="spring"/>
          <p:cNvPicPr>
            <a:picLocks noChangeAspect="1"/>
          </p:cNvPicPr>
          <p:nvPr/>
        </p:nvPicPr>
        <p:blipFill>
          <a:blip r:embed="rId1"/>
          <a:stretch>
            <a:fillRect/>
          </a:stretch>
        </p:blipFill>
        <p:spPr>
          <a:xfrm>
            <a:off x="251460" y="699135"/>
            <a:ext cx="3759835" cy="2256155"/>
          </a:xfrm>
          <a:prstGeom prst="rect">
            <a:avLst/>
          </a:prstGeom>
        </p:spPr>
      </p:pic>
      <p:sp>
        <p:nvSpPr>
          <p:cNvPr id="609" name="Google Shape;609;p61"/>
          <p:cNvSpPr txBox="1"/>
          <p:nvPr/>
        </p:nvSpPr>
        <p:spPr>
          <a:xfrm>
            <a:off x="4275455" y="557530"/>
            <a:ext cx="394081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l" rtl="0">
              <a:spcBef>
                <a:spcPts val="0"/>
              </a:spcBef>
              <a:spcAft>
                <a:spcPts val="0"/>
              </a:spcAft>
              <a:buNone/>
            </a:pPr>
            <a:r>
              <a:rPr lang="en-US" altLang="en-GB" sz="2000" b="1">
                <a:sym typeface="+mn-ea"/>
              </a:rPr>
              <a:t>Ưu điểm</a:t>
            </a:r>
            <a:endParaRPr lang="en-US" altLang="en-GB" sz="2000" b="1">
              <a:sym typeface="+mn-ea"/>
            </a:endParaRPr>
          </a:p>
        </p:txBody>
      </p:sp>
      <p:sp>
        <p:nvSpPr>
          <p:cNvPr id="3" name="TextBox 2"/>
          <p:cNvSpPr txBox="1"/>
          <p:nvPr/>
        </p:nvSpPr>
        <p:spPr>
          <a:xfrm>
            <a:off x="4306570" y="1057910"/>
            <a:ext cx="4062730" cy="2545715"/>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Tích hợp dễ dàng</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Tiêu chuẩn hóa và bảo trì dễ dàng</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Hỗ trợ mạnh mẽ cho các tính năng phát triển web</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Khả năng tích hợp với các công nghệ và framework khác</a:t>
            </a:r>
            <a:endParaRPr lang="en-US" sz="1800" dirty="0">
              <a:effectLst/>
              <a:latin typeface="Calibri" panose="020F0502020204030204" charset="0"/>
              <a:ea typeface="Noto Sans Symbols"/>
              <a:cs typeface="Calibri" panose="020F0502020204030204" charset="0"/>
              <a:sym typeface="+mn-ea"/>
            </a:endParaRPr>
          </a:p>
        </p:txBody>
      </p:sp>
      <p:sp>
        <p:nvSpPr>
          <p:cNvPr id="4" name="Google Shape;609;p61"/>
          <p:cNvSpPr txBox="1"/>
          <p:nvPr/>
        </p:nvSpPr>
        <p:spPr>
          <a:xfrm>
            <a:off x="1460500" y="3124200"/>
            <a:ext cx="394081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l" rtl="0">
              <a:spcBef>
                <a:spcPts val="0"/>
              </a:spcBef>
              <a:spcAft>
                <a:spcPts val="0"/>
              </a:spcAft>
              <a:buNone/>
            </a:pPr>
            <a:r>
              <a:rPr lang="en-US" altLang="en-GB" sz="2000" b="1">
                <a:sym typeface="+mn-ea"/>
              </a:rPr>
              <a:t>Nhược điểm</a:t>
            </a:r>
            <a:endParaRPr lang="en-US" altLang="en-GB" sz="2000" b="1">
              <a:sym typeface="+mn-ea"/>
            </a:endParaRPr>
          </a:p>
        </p:txBody>
      </p:sp>
      <p:sp>
        <p:nvSpPr>
          <p:cNvPr id="5" name="TextBox 2"/>
          <p:cNvSpPr txBox="1"/>
          <p:nvPr/>
        </p:nvSpPr>
        <p:spPr>
          <a:xfrm>
            <a:off x="1569085" y="3696335"/>
            <a:ext cx="6795135" cy="1395095"/>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Khó khăn trong việc debug và trace</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Chi phí tài nguyên cao</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Thời gian khởi đầu ứng dụng có thể lâu</a:t>
            </a:r>
            <a:endParaRPr lang="en-US" sz="1800" dirty="0">
              <a:effectLst/>
              <a:latin typeface="Calibri" panose="020F0502020204030204" charset="0"/>
              <a:ea typeface="Noto Sans Symbols"/>
              <a:cs typeface="Calibri" panose="020F0502020204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Effect transition="in" filter="fade">
                                      <p:cBhvr>
                                        <p:cTn id="19" dur="500"/>
                                        <p:tgtEl>
                                          <p:spTgt spid="5">
                                            <p:txEl>
                                              <p:pRg st="0" end="0"/>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fade">
                                      <p:cBhvr>
                                        <p:cTn id="22" dur="500"/>
                                        <p:tgtEl>
                                          <p:spTgt spid="5">
                                            <p:txEl>
                                              <p:p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Effect transition="in" filter="fade">
                                      <p:cBhvr>
                                        <p:cTn id="25"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83" name="Shape 583"/>
        <p:cNvGrpSpPr/>
        <p:nvPr/>
      </p:nvGrpSpPr>
      <p:grpSpPr>
        <a:xfrm>
          <a:off x="0" y="0"/>
          <a:ext cx="0" cy="0"/>
          <a:chOff x="0" y="0"/>
          <a:chExt cx="0" cy="0"/>
        </a:xfrm>
      </p:grpSpPr>
      <p:sp>
        <p:nvSpPr>
          <p:cNvPr id="732" name="Google Shape;732;p72"/>
          <p:cNvSpPr txBox="1"/>
          <p:nvPr/>
        </p:nvSpPr>
        <p:spPr>
          <a:xfrm>
            <a:off x="719925" y="7170"/>
            <a:ext cx="7704000" cy="6579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Kulim Park"/>
              <a:buNone/>
              <a:defRPr sz="2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sz="3000" b="1">
                <a:sym typeface="+mn-ea"/>
              </a:rPr>
              <a:t>Công nghệ sử dụng</a:t>
            </a:r>
            <a:endParaRPr lang="en-GB" sz="3000" b="1"/>
          </a:p>
        </p:txBody>
      </p:sp>
      <p:pic>
        <p:nvPicPr>
          <p:cNvPr id="2" name="Picture 1" descr="images (1)"/>
          <p:cNvPicPr>
            <a:picLocks noChangeAspect="1"/>
          </p:cNvPicPr>
          <p:nvPr/>
        </p:nvPicPr>
        <p:blipFill>
          <a:blip r:embed="rId1"/>
          <a:stretch>
            <a:fillRect/>
          </a:stretch>
        </p:blipFill>
        <p:spPr>
          <a:xfrm>
            <a:off x="2204085" y="699135"/>
            <a:ext cx="4735830" cy="1692275"/>
          </a:xfrm>
          <a:prstGeom prst="rect">
            <a:avLst/>
          </a:prstGeom>
        </p:spPr>
      </p:pic>
      <p:sp>
        <p:nvSpPr>
          <p:cNvPr id="609" name="Google Shape;609;p61"/>
          <p:cNvSpPr txBox="1"/>
          <p:nvPr/>
        </p:nvSpPr>
        <p:spPr>
          <a:xfrm>
            <a:off x="605155" y="2350135"/>
            <a:ext cx="394081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l" rtl="0">
              <a:spcBef>
                <a:spcPts val="0"/>
              </a:spcBef>
              <a:spcAft>
                <a:spcPts val="0"/>
              </a:spcAft>
              <a:buNone/>
            </a:pPr>
            <a:r>
              <a:rPr lang="en-US" altLang="en-GB" sz="2000" b="1">
                <a:sym typeface="+mn-ea"/>
              </a:rPr>
              <a:t>Ưu điểm</a:t>
            </a:r>
            <a:endParaRPr lang="en-US" altLang="en-GB" sz="2000" b="1">
              <a:sym typeface="+mn-ea"/>
            </a:endParaRPr>
          </a:p>
        </p:txBody>
      </p:sp>
      <p:sp>
        <p:nvSpPr>
          <p:cNvPr id="5" name="TextBox 2"/>
          <p:cNvSpPr txBox="1"/>
          <p:nvPr/>
        </p:nvSpPr>
        <p:spPr>
          <a:xfrm>
            <a:off x="492760" y="2922270"/>
            <a:ext cx="4062730" cy="1727835"/>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Tích hợp với các công nghệ Microsoft khác</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Cộng đồng lớn và hỗ trợ tốt</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Công cụ quản trị mạnh mẽ</a:t>
            </a:r>
            <a:endParaRPr lang="en-US" sz="1800" dirty="0">
              <a:effectLst/>
              <a:latin typeface="Calibri" panose="020F0502020204030204" charset="0"/>
              <a:ea typeface="Noto Sans Symbols"/>
              <a:cs typeface="Calibri" panose="020F0502020204030204" charset="0"/>
              <a:sym typeface="+mn-ea"/>
            </a:endParaRPr>
          </a:p>
        </p:txBody>
      </p:sp>
      <p:sp>
        <p:nvSpPr>
          <p:cNvPr id="3" name="Google Shape;609;p61"/>
          <p:cNvSpPr txBox="1"/>
          <p:nvPr/>
        </p:nvSpPr>
        <p:spPr>
          <a:xfrm>
            <a:off x="4893945" y="2333625"/>
            <a:ext cx="394081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l" rtl="0">
              <a:spcBef>
                <a:spcPts val="0"/>
              </a:spcBef>
              <a:spcAft>
                <a:spcPts val="0"/>
              </a:spcAft>
              <a:buNone/>
            </a:pPr>
            <a:r>
              <a:rPr lang="en-US" altLang="en-GB" sz="2000" b="1">
                <a:sym typeface="+mn-ea"/>
              </a:rPr>
              <a:t>Nhược điểm</a:t>
            </a:r>
            <a:endParaRPr lang="en-US" altLang="en-GB" sz="2000" b="1">
              <a:sym typeface="+mn-ea"/>
            </a:endParaRPr>
          </a:p>
        </p:txBody>
      </p:sp>
      <p:sp>
        <p:nvSpPr>
          <p:cNvPr id="4" name="TextBox 2"/>
          <p:cNvSpPr txBox="1"/>
          <p:nvPr/>
        </p:nvSpPr>
        <p:spPr>
          <a:xfrm>
            <a:off x="4853305" y="2834005"/>
            <a:ext cx="4062730" cy="1727835"/>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Giới hạn về hệ điều hành</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Hạn chế về tính năng</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Giá thành cao khi muốn sử dụng các phiên bản cao cấp hơn</a:t>
            </a:r>
            <a:endParaRPr lang="en-US" sz="1800" dirty="0">
              <a:effectLst/>
              <a:latin typeface="Calibri" panose="020F0502020204030204" charset="0"/>
              <a:ea typeface="Noto Sans Symbols"/>
              <a:cs typeface="Calibri" panose="020F0502020204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fade">
                                      <p:cBhvr>
                                        <p:cTn id="16" dur="500"/>
                                        <p:tgtEl>
                                          <p:spTgt spid="4">
                                            <p:txEl>
                                              <p:pRg st="0" end="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500"/>
                                        <p:tgtEl>
                                          <p:spTgt spid="4">
                                            <p:txEl>
                                              <p:p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83" name="Shape 583"/>
        <p:cNvGrpSpPr/>
        <p:nvPr/>
      </p:nvGrpSpPr>
      <p:grpSpPr>
        <a:xfrm>
          <a:off x="0" y="0"/>
          <a:ext cx="0" cy="0"/>
          <a:chOff x="0" y="0"/>
          <a:chExt cx="0" cy="0"/>
        </a:xfrm>
      </p:grpSpPr>
      <p:sp>
        <p:nvSpPr>
          <p:cNvPr id="732" name="Google Shape;732;p72"/>
          <p:cNvSpPr txBox="1"/>
          <p:nvPr/>
        </p:nvSpPr>
        <p:spPr>
          <a:xfrm>
            <a:off x="719925" y="7170"/>
            <a:ext cx="7704000" cy="6579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Kulim Park"/>
              <a:buNone/>
              <a:defRPr sz="2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sz="3000" b="1">
                <a:sym typeface="+mn-ea"/>
              </a:rPr>
              <a:t>Công nghệ sử dụng</a:t>
            </a:r>
            <a:endParaRPr lang="en-GB" sz="3000" b="1"/>
          </a:p>
        </p:txBody>
      </p:sp>
      <p:pic>
        <p:nvPicPr>
          <p:cNvPr id="2" name="Picture 1" descr="images"/>
          <p:cNvPicPr>
            <a:picLocks noChangeAspect="1"/>
          </p:cNvPicPr>
          <p:nvPr/>
        </p:nvPicPr>
        <p:blipFill>
          <a:blip r:embed="rId1"/>
          <a:srcRect t="24909" b="28080"/>
          <a:stretch>
            <a:fillRect/>
          </a:stretch>
        </p:blipFill>
        <p:spPr>
          <a:xfrm>
            <a:off x="2771775" y="775335"/>
            <a:ext cx="3961765" cy="1223645"/>
          </a:xfrm>
          <a:prstGeom prst="rect">
            <a:avLst/>
          </a:prstGeom>
        </p:spPr>
      </p:pic>
      <p:sp>
        <p:nvSpPr>
          <p:cNvPr id="609" name="Google Shape;609;p61"/>
          <p:cNvSpPr txBox="1"/>
          <p:nvPr/>
        </p:nvSpPr>
        <p:spPr>
          <a:xfrm>
            <a:off x="605155" y="2350135"/>
            <a:ext cx="394081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l" rtl="0">
              <a:spcBef>
                <a:spcPts val="0"/>
              </a:spcBef>
              <a:spcAft>
                <a:spcPts val="0"/>
              </a:spcAft>
              <a:buNone/>
            </a:pPr>
            <a:r>
              <a:rPr lang="en-US" altLang="en-GB" sz="2000" b="1">
                <a:sym typeface="+mn-ea"/>
              </a:rPr>
              <a:t>Ưu điểm</a:t>
            </a:r>
            <a:endParaRPr lang="en-US" altLang="en-GB" sz="2000" b="1">
              <a:sym typeface="+mn-ea"/>
            </a:endParaRPr>
          </a:p>
        </p:txBody>
      </p:sp>
      <p:sp>
        <p:nvSpPr>
          <p:cNvPr id="5" name="TextBox 2"/>
          <p:cNvSpPr txBox="1"/>
          <p:nvPr/>
        </p:nvSpPr>
        <p:spPr>
          <a:xfrm>
            <a:off x="492760" y="2922270"/>
            <a:ext cx="4062730" cy="1395095"/>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Quản lý quyền truy cập</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Mã hóa dữ liệu</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Bảo vệ phòng chống tấn công DDoS</a:t>
            </a:r>
            <a:endParaRPr lang="en-US" sz="1800" dirty="0">
              <a:effectLst/>
              <a:latin typeface="Calibri" panose="020F0502020204030204" charset="0"/>
              <a:ea typeface="Noto Sans Symbols"/>
              <a:cs typeface="Calibri" panose="020F0502020204030204" charset="0"/>
              <a:sym typeface="+mn-ea"/>
            </a:endParaRPr>
          </a:p>
        </p:txBody>
      </p:sp>
      <p:sp>
        <p:nvSpPr>
          <p:cNvPr id="3" name="Google Shape;609;p61"/>
          <p:cNvSpPr txBox="1"/>
          <p:nvPr/>
        </p:nvSpPr>
        <p:spPr>
          <a:xfrm>
            <a:off x="4893945" y="2333625"/>
            <a:ext cx="394081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l" rtl="0">
              <a:spcBef>
                <a:spcPts val="0"/>
              </a:spcBef>
              <a:spcAft>
                <a:spcPts val="0"/>
              </a:spcAft>
              <a:buNone/>
            </a:pPr>
            <a:r>
              <a:rPr lang="en-US" altLang="en-GB" sz="2000" b="1">
                <a:sym typeface="+mn-ea"/>
              </a:rPr>
              <a:t>Nhược điểm</a:t>
            </a:r>
            <a:endParaRPr lang="en-US" altLang="en-GB" sz="2000" b="1">
              <a:sym typeface="+mn-ea"/>
            </a:endParaRPr>
          </a:p>
        </p:txBody>
      </p:sp>
      <p:sp>
        <p:nvSpPr>
          <p:cNvPr id="4" name="TextBox 2"/>
          <p:cNvSpPr txBox="1"/>
          <p:nvPr/>
        </p:nvSpPr>
        <p:spPr>
          <a:xfrm>
            <a:off x="4853305" y="2834005"/>
            <a:ext cx="4062730" cy="2059940"/>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Ít dịch vụ hơn so với các nền tảng khác</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Khả năng tích hợp hạn chế</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Khó khăn trong việc thay đổi nhà cung cấp đám mây</a:t>
            </a:r>
            <a:endParaRPr lang="en-US" sz="1800" dirty="0">
              <a:effectLst/>
              <a:latin typeface="Calibri" panose="020F0502020204030204" charset="0"/>
              <a:ea typeface="Noto Sans Symbols"/>
              <a:cs typeface="Calibri" panose="020F0502020204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fade">
                                      <p:cBhvr>
                                        <p:cTn id="16" dur="500"/>
                                        <p:tgtEl>
                                          <p:spTgt spid="4">
                                            <p:txEl>
                                              <p:pRg st="0" end="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500"/>
                                        <p:tgtEl>
                                          <p:spTgt spid="4">
                                            <p:txEl>
                                              <p:p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62" name="Shape 662"/>
        <p:cNvGrpSpPr/>
        <p:nvPr/>
      </p:nvGrpSpPr>
      <p:grpSpPr>
        <a:xfrm>
          <a:off x="0" y="0"/>
          <a:ext cx="0" cy="0"/>
          <a:chOff x="0" y="0"/>
          <a:chExt cx="0" cy="0"/>
        </a:xfrm>
      </p:grpSpPr>
      <p:sp>
        <p:nvSpPr>
          <p:cNvPr id="663" name="Google Shape;663;p67"/>
          <p:cNvSpPr txBox="1"/>
          <p:nvPr>
            <p:ph type="title"/>
          </p:nvPr>
        </p:nvSpPr>
        <p:spPr>
          <a:xfrm>
            <a:off x="716280" y="2001520"/>
            <a:ext cx="5994400" cy="108648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b="1" dirty="0">
                <a:latin typeface="Calibri" panose="020F0502020204030204" charset="0"/>
                <a:cs typeface="Calibri" panose="020F0502020204030204" charset="0"/>
                <a:sym typeface="+mn-ea"/>
              </a:rPr>
              <a:t>PHÂN TÍCH</a:t>
            </a:r>
            <a:r>
              <a:rPr lang="en-US" altLang="en-GB" b="1" dirty="0">
                <a:latin typeface="Calibri" panose="020F0502020204030204" charset="0"/>
                <a:cs typeface="Calibri" panose="020F0502020204030204" charset="0"/>
                <a:sym typeface="+mn-ea"/>
              </a:rPr>
              <a:t> YÊU CẦU</a:t>
            </a:r>
            <a:endParaRPr lang="en-US" altLang="en-GB" b="1" dirty="0">
              <a:latin typeface="Calibri" panose="020F0502020204030204" charset="0"/>
              <a:cs typeface="Calibri" panose="020F0502020204030204" charset="0"/>
              <a:sym typeface="+mn-ea"/>
            </a:endParaRPr>
          </a:p>
        </p:txBody>
      </p:sp>
      <p:sp>
        <p:nvSpPr>
          <p:cNvPr id="665" name="Google Shape;665;p67"/>
          <p:cNvSpPr txBox="1"/>
          <p:nvPr>
            <p:ph type="title" idx="2"/>
          </p:nvPr>
        </p:nvSpPr>
        <p:spPr>
          <a:xfrm>
            <a:off x="723265" y="1304925"/>
            <a:ext cx="1497965" cy="87884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0</a:t>
            </a:r>
            <a:r>
              <a:rPr lang="en-US" altLang="en-GB"/>
              <a:t>3</a:t>
            </a:r>
            <a:endParaRPr lang="en-US" alt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63"/>
                                        </p:tgtEl>
                                        <p:attrNameLst>
                                          <p:attrName>style.visibility</p:attrName>
                                        </p:attrNameLst>
                                      </p:cBhvr>
                                      <p:to>
                                        <p:strVal val="visible"/>
                                      </p:to>
                                    </p:set>
                                    <p:anim calcmode="lin" valueType="num">
                                      <p:cBhvr additive="base">
                                        <p:cTn id="7" dur="1000"/>
                                        <p:tgtEl>
                                          <p:spTgt spid="663"/>
                                        </p:tgtEl>
                                        <p:attrNameLst>
                                          <p:attrName>ppt_x</p:attrName>
                                        </p:attrNameLst>
                                      </p:cBhvr>
                                      <p:tavLst>
                                        <p:tav tm="0" fmla="">
                                          <p:val>
                                            <p:strVal val="#ppt_x-1"/>
                                          </p:val>
                                        </p:tav>
                                        <p:tav tm="100000" fmla="">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665"/>
                                        </p:tgtEl>
                                        <p:attrNameLst>
                                          <p:attrName>style.visibility</p:attrName>
                                        </p:attrNameLst>
                                      </p:cBhvr>
                                      <p:to>
                                        <p:strVal val="visible"/>
                                      </p:to>
                                    </p:set>
                                    <p:anim calcmode="lin" valueType="num">
                                      <p:cBhvr additive="base">
                                        <p:cTn id="10" dur="1000"/>
                                        <p:tgtEl>
                                          <p:spTgt spid="665"/>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97" name="Shape 697"/>
        <p:cNvGrpSpPr/>
        <p:nvPr/>
      </p:nvGrpSpPr>
      <p:grpSpPr>
        <a:xfrm>
          <a:off x="0" y="0"/>
          <a:ext cx="0" cy="0"/>
          <a:chOff x="0" y="0"/>
          <a:chExt cx="0" cy="0"/>
        </a:xfrm>
      </p:grpSpPr>
      <p:sp>
        <p:nvSpPr>
          <p:cNvPr id="698" name="Google Shape;698;p70"/>
          <p:cNvSpPr txBox="1"/>
          <p:nvPr>
            <p:ph type="title"/>
          </p:nvPr>
        </p:nvSpPr>
        <p:spPr>
          <a:xfrm>
            <a:off x="827240" y="19513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b="1" dirty="0">
                <a:latin typeface="Calibri" panose="020F0502020204030204" charset="0"/>
                <a:cs typeface="Calibri" panose="020F0502020204030204" charset="0"/>
                <a:sym typeface="+mn-ea"/>
              </a:rPr>
              <a:t>PHÂN TÍCH</a:t>
            </a:r>
            <a:r>
              <a:rPr lang="en-US" altLang="en-GB" b="1" dirty="0">
                <a:latin typeface="Calibri" panose="020F0502020204030204" charset="0"/>
                <a:cs typeface="Calibri" panose="020F0502020204030204" charset="0"/>
                <a:sym typeface="+mn-ea"/>
              </a:rPr>
              <a:t> YÊU CẦU</a:t>
            </a:r>
            <a:endParaRPr lang="en-GB">
              <a:solidFill>
                <a:schemeClr val="lt1"/>
              </a:solidFill>
            </a:endParaRPr>
          </a:p>
        </p:txBody>
      </p:sp>
      <p:sp>
        <p:nvSpPr>
          <p:cNvPr id="699" name="Google Shape;699;p70"/>
          <p:cNvSpPr txBox="1"/>
          <p:nvPr>
            <p:ph type="title" idx="2"/>
          </p:nvPr>
        </p:nvSpPr>
        <p:spPr>
          <a:xfrm>
            <a:off x="1403985" y="2652395"/>
            <a:ext cx="4460875" cy="48768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ltLang="en-GB"/>
              <a:t>Thiết kế use case tổng</a:t>
            </a:r>
            <a:endParaRPr lang="en-US" altLang="en-GB"/>
          </a:p>
        </p:txBody>
      </p:sp>
      <p:sp>
        <p:nvSpPr>
          <p:cNvPr id="701" name="Google Shape;701;p70"/>
          <p:cNvSpPr txBox="1"/>
          <p:nvPr>
            <p:ph type="title" idx="3"/>
          </p:nvPr>
        </p:nvSpPr>
        <p:spPr>
          <a:xfrm>
            <a:off x="1403985" y="3571875"/>
            <a:ext cx="3602990" cy="48768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ltLang="en-GB"/>
              <a:t>Mô tả nghiệp vụ</a:t>
            </a:r>
            <a:endParaRPr lang="en-US" altLang="en-GB"/>
          </a:p>
        </p:txBody>
      </p:sp>
      <p:sp>
        <p:nvSpPr>
          <p:cNvPr id="703" name="Google Shape;703;p70"/>
          <p:cNvSpPr txBox="1"/>
          <p:nvPr>
            <p:ph type="title" idx="5"/>
          </p:nvPr>
        </p:nvSpPr>
        <p:spPr>
          <a:xfrm>
            <a:off x="1259840" y="975360"/>
            <a:ext cx="3619500" cy="48768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ltLang="en-GB"/>
              <a:t>Sơ đồ kiến trúc</a:t>
            </a:r>
            <a:endParaRPr lang="en-US" altLang="en-GB"/>
          </a:p>
        </p:txBody>
      </p:sp>
      <p:grpSp>
        <p:nvGrpSpPr>
          <p:cNvPr id="705" name="Google Shape;705;p70"/>
          <p:cNvGrpSpPr/>
          <p:nvPr/>
        </p:nvGrpSpPr>
        <p:grpSpPr>
          <a:xfrm rot="-201881">
            <a:off x="913700" y="2613063"/>
            <a:ext cx="452172" cy="514063"/>
            <a:chOff x="4936700" y="2725625"/>
            <a:chExt cx="217350" cy="247100"/>
          </a:xfrm>
        </p:grpSpPr>
        <p:sp>
          <p:nvSpPr>
            <p:cNvPr id="706" name="Google Shape;706;p70"/>
            <p:cNvSpPr/>
            <p:nvPr/>
          </p:nvSpPr>
          <p:spPr>
            <a:xfrm>
              <a:off x="4936700" y="2725625"/>
              <a:ext cx="217350" cy="247100"/>
            </a:xfrm>
            <a:custGeom>
              <a:avLst/>
              <a:gdLst/>
              <a:ahLst/>
              <a:cxnLst/>
              <a:rect l="l" t="t" r="r" b="b"/>
              <a:pathLst>
                <a:path w="8694" h="9884" extrusionOk="0">
                  <a:moveTo>
                    <a:pt x="2882" y="572"/>
                  </a:moveTo>
                  <a:lnTo>
                    <a:pt x="2882" y="1739"/>
                  </a:lnTo>
                  <a:lnTo>
                    <a:pt x="2311" y="1739"/>
                  </a:lnTo>
                  <a:lnTo>
                    <a:pt x="2311" y="572"/>
                  </a:lnTo>
                  <a:close/>
                  <a:moveTo>
                    <a:pt x="1739" y="2334"/>
                  </a:moveTo>
                  <a:lnTo>
                    <a:pt x="1739" y="2905"/>
                  </a:lnTo>
                  <a:lnTo>
                    <a:pt x="1144" y="2905"/>
                  </a:lnTo>
                  <a:lnTo>
                    <a:pt x="1144" y="2334"/>
                  </a:lnTo>
                  <a:close/>
                  <a:moveTo>
                    <a:pt x="2882" y="2334"/>
                  </a:moveTo>
                  <a:lnTo>
                    <a:pt x="2882" y="2905"/>
                  </a:lnTo>
                  <a:lnTo>
                    <a:pt x="2311" y="2905"/>
                  </a:lnTo>
                  <a:lnTo>
                    <a:pt x="2311" y="2334"/>
                  </a:lnTo>
                  <a:close/>
                  <a:moveTo>
                    <a:pt x="4049" y="2334"/>
                  </a:moveTo>
                  <a:lnTo>
                    <a:pt x="4049" y="2905"/>
                  </a:lnTo>
                  <a:lnTo>
                    <a:pt x="3478" y="2905"/>
                  </a:lnTo>
                  <a:lnTo>
                    <a:pt x="3478" y="2334"/>
                  </a:lnTo>
                  <a:close/>
                  <a:moveTo>
                    <a:pt x="6955" y="4930"/>
                  </a:moveTo>
                  <a:lnTo>
                    <a:pt x="6955" y="5525"/>
                  </a:lnTo>
                  <a:cubicBezTo>
                    <a:pt x="6955" y="5668"/>
                    <a:pt x="6812" y="5811"/>
                    <a:pt x="6669" y="5811"/>
                  </a:cubicBezTo>
                  <a:lnTo>
                    <a:pt x="4907" y="5811"/>
                  </a:lnTo>
                  <a:cubicBezTo>
                    <a:pt x="4764" y="5811"/>
                    <a:pt x="4621" y="5668"/>
                    <a:pt x="4621" y="5525"/>
                  </a:cubicBezTo>
                  <a:cubicBezTo>
                    <a:pt x="4621" y="5358"/>
                    <a:pt x="4764" y="5215"/>
                    <a:pt x="4907" y="5215"/>
                  </a:cubicBezTo>
                  <a:lnTo>
                    <a:pt x="5835" y="5215"/>
                  </a:lnTo>
                  <a:cubicBezTo>
                    <a:pt x="6240" y="5215"/>
                    <a:pt x="6621" y="5120"/>
                    <a:pt x="6955" y="4930"/>
                  </a:cubicBezTo>
                  <a:close/>
                  <a:moveTo>
                    <a:pt x="7526" y="6382"/>
                  </a:moveTo>
                  <a:lnTo>
                    <a:pt x="7526" y="6978"/>
                  </a:lnTo>
                  <a:lnTo>
                    <a:pt x="4049" y="6978"/>
                  </a:lnTo>
                  <a:lnTo>
                    <a:pt x="4049" y="6382"/>
                  </a:lnTo>
                  <a:close/>
                  <a:moveTo>
                    <a:pt x="1739" y="5215"/>
                  </a:moveTo>
                  <a:lnTo>
                    <a:pt x="1739" y="7549"/>
                  </a:lnTo>
                  <a:lnTo>
                    <a:pt x="572" y="7549"/>
                  </a:lnTo>
                  <a:lnTo>
                    <a:pt x="572" y="5215"/>
                  </a:lnTo>
                  <a:close/>
                  <a:moveTo>
                    <a:pt x="4621" y="3477"/>
                  </a:moveTo>
                  <a:lnTo>
                    <a:pt x="4621" y="4692"/>
                  </a:lnTo>
                  <a:cubicBezTo>
                    <a:pt x="4288" y="4811"/>
                    <a:pt x="4049" y="5144"/>
                    <a:pt x="4049" y="5525"/>
                  </a:cubicBezTo>
                  <a:cubicBezTo>
                    <a:pt x="4049" y="5620"/>
                    <a:pt x="4073" y="5716"/>
                    <a:pt x="4097" y="5811"/>
                  </a:cubicBezTo>
                  <a:lnTo>
                    <a:pt x="3478" y="5811"/>
                  </a:lnTo>
                  <a:lnTo>
                    <a:pt x="3478" y="6978"/>
                  </a:lnTo>
                  <a:lnTo>
                    <a:pt x="2882" y="6978"/>
                  </a:lnTo>
                  <a:lnTo>
                    <a:pt x="2882" y="9312"/>
                  </a:lnTo>
                  <a:lnTo>
                    <a:pt x="572" y="9312"/>
                  </a:lnTo>
                  <a:lnTo>
                    <a:pt x="572" y="8121"/>
                  </a:lnTo>
                  <a:lnTo>
                    <a:pt x="2311" y="8121"/>
                  </a:lnTo>
                  <a:lnTo>
                    <a:pt x="2311" y="4644"/>
                  </a:lnTo>
                  <a:lnTo>
                    <a:pt x="572" y="4644"/>
                  </a:lnTo>
                  <a:lnTo>
                    <a:pt x="572" y="3477"/>
                  </a:lnTo>
                  <a:close/>
                  <a:moveTo>
                    <a:pt x="8098" y="7549"/>
                  </a:moveTo>
                  <a:lnTo>
                    <a:pt x="8098" y="9312"/>
                  </a:lnTo>
                  <a:lnTo>
                    <a:pt x="3478" y="9312"/>
                  </a:lnTo>
                  <a:lnTo>
                    <a:pt x="3478" y="7549"/>
                  </a:lnTo>
                  <a:close/>
                  <a:moveTo>
                    <a:pt x="572" y="0"/>
                  </a:moveTo>
                  <a:lnTo>
                    <a:pt x="572" y="572"/>
                  </a:lnTo>
                  <a:lnTo>
                    <a:pt x="1739" y="572"/>
                  </a:lnTo>
                  <a:lnTo>
                    <a:pt x="1739" y="1739"/>
                  </a:lnTo>
                  <a:lnTo>
                    <a:pt x="572" y="1739"/>
                  </a:lnTo>
                  <a:lnTo>
                    <a:pt x="572" y="2905"/>
                  </a:lnTo>
                  <a:lnTo>
                    <a:pt x="1" y="2905"/>
                  </a:lnTo>
                  <a:lnTo>
                    <a:pt x="1" y="9883"/>
                  </a:lnTo>
                  <a:lnTo>
                    <a:pt x="8693" y="9883"/>
                  </a:lnTo>
                  <a:lnTo>
                    <a:pt x="8693" y="6978"/>
                  </a:lnTo>
                  <a:lnTo>
                    <a:pt x="8098" y="6978"/>
                  </a:lnTo>
                  <a:lnTo>
                    <a:pt x="8098" y="5811"/>
                  </a:lnTo>
                  <a:lnTo>
                    <a:pt x="7479" y="5811"/>
                  </a:lnTo>
                  <a:cubicBezTo>
                    <a:pt x="7502" y="5716"/>
                    <a:pt x="7526" y="5620"/>
                    <a:pt x="7526" y="5525"/>
                  </a:cubicBezTo>
                  <a:lnTo>
                    <a:pt x="7526" y="3668"/>
                  </a:lnTo>
                  <a:lnTo>
                    <a:pt x="7026" y="4144"/>
                  </a:lnTo>
                  <a:cubicBezTo>
                    <a:pt x="6717" y="4477"/>
                    <a:pt x="6288" y="4644"/>
                    <a:pt x="5835" y="4644"/>
                  </a:cubicBezTo>
                  <a:lnTo>
                    <a:pt x="5216" y="4644"/>
                  </a:lnTo>
                  <a:lnTo>
                    <a:pt x="5216" y="2905"/>
                  </a:lnTo>
                  <a:lnTo>
                    <a:pt x="4621" y="2905"/>
                  </a:lnTo>
                  <a:lnTo>
                    <a:pt x="4621" y="1739"/>
                  </a:lnTo>
                  <a:lnTo>
                    <a:pt x="3478" y="1739"/>
                  </a:lnTo>
                  <a:lnTo>
                    <a:pt x="3478" y="572"/>
                  </a:lnTo>
                  <a:lnTo>
                    <a:pt x="4621" y="572"/>
                  </a:lnTo>
                  <a:cubicBezTo>
                    <a:pt x="4954" y="572"/>
                    <a:pt x="5216" y="834"/>
                    <a:pt x="5216" y="1143"/>
                  </a:cubicBezTo>
                  <a:lnTo>
                    <a:pt x="5788" y="1143"/>
                  </a:lnTo>
                  <a:cubicBezTo>
                    <a:pt x="5788" y="500"/>
                    <a:pt x="5264" y="0"/>
                    <a:pt x="46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7" name="Google Shape;707;p70"/>
            <p:cNvSpPr/>
            <p:nvPr/>
          </p:nvSpPr>
          <p:spPr>
            <a:xfrm>
              <a:off x="5052200" y="2928625"/>
              <a:ext cx="58375" cy="14925"/>
            </a:xfrm>
            <a:custGeom>
              <a:avLst/>
              <a:gdLst/>
              <a:ahLst/>
              <a:cxnLst/>
              <a:rect l="l" t="t" r="r" b="b"/>
              <a:pathLst>
                <a:path w="2335" h="597" extrusionOk="0">
                  <a:moveTo>
                    <a:pt x="1" y="1"/>
                  </a:moveTo>
                  <a:lnTo>
                    <a:pt x="1" y="596"/>
                  </a:lnTo>
                  <a:lnTo>
                    <a:pt x="2335" y="596"/>
                  </a:lnTo>
                  <a:lnTo>
                    <a:pt x="23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08" name="Google Shape;708;p70"/>
          <p:cNvGrpSpPr/>
          <p:nvPr/>
        </p:nvGrpSpPr>
        <p:grpSpPr>
          <a:xfrm rot="573551">
            <a:off x="796851" y="3544365"/>
            <a:ext cx="549337" cy="550790"/>
            <a:chOff x="5476100" y="3598400"/>
            <a:chExt cx="226875" cy="227475"/>
          </a:xfrm>
        </p:grpSpPr>
        <p:sp>
          <p:nvSpPr>
            <p:cNvPr id="709" name="Google Shape;709;p70"/>
            <p:cNvSpPr/>
            <p:nvPr/>
          </p:nvSpPr>
          <p:spPr>
            <a:xfrm>
              <a:off x="5516600" y="3746050"/>
              <a:ext cx="39900" cy="39925"/>
            </a:xfrm>
            <a:custGeom>
              <a:avLst/>
              <a:gdLst/>
              <a:ahLst/>
              <a:cxnLst/>
              <a:rect l="l" t="t" r="r" b="b"/>
              <a:pathLst>
                <a:path w="1596" h="1597" extrusionOk="0">
                  <a:moveTo>
                    <a:pt x="786" y="525"/>
                  </a:moveTo>
                  <a:cubicBezTo>
                    <a:pt x="929" y="525"/>
                    <a:pt x="1048" y="644"/>
                    <a:pt x="1048" y="787"/>
                  </a:cubicBezTo>
                  <a:cubicBezTo>
                    <a:pt x="1048" y="954"/>
                    <a:pt x="929" y="1073"/>
                    <a:pt x="786" y="1073"/>
                  </a:cubicBezTo>
                  <a:cubicBezTo>
                    <a:pt x="643" y="1073"/>
                    <a:pt x="524" y="954"/>
                    <a:pt x="524" y="787"/>
                  </a:cubicBezTo>
                  <a:cubicBezTo>
                    <a:pt x="524" y="644"/>
                    <a:pt x="643" y="525"/>
                    <a:pt x="786" y="525"/>
                  </a:cubicBezTo>
                  <a:close/>
                  <a:moveTo>
                    <a:pt x="786" y="1"/>
                  </a:moveTo>
                  <a:cubicBezTo>
                    <a:pt x="357" y="1"/>
                    <a:pt x="0" y="358"/>
                    <a:pt x="0" y="787"/>
                  </a:cubicBezTo>
                  <a:cubicBezTo>
                    <a:pt x="0" y="1239"/>
                    <a:pt x="357" y="1597"/>
                    <a:pt x="786" y="1597"/>
                  </a:cubicBezTo>
                  <a:cubicBezTo>
                    <a:pt x="1239" y="1597"/>
                    <a:pt x="1596" y="1239"/>
                    <a:pt x="1596" y="787"/>
                  </a:cubicBezTo>
                  <a:cubicBezTo>
                    <a:pt x="1596" y="358"/>
                    <a:pt x="1239" y="1"/>
                    <a:pt x="7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0" name="Google Shape;710;p70"/>
            <p:cNvSpPr/>
            <p:nvPr/>
          </p:nvSpPr>
          <p:spPr>
            <a:xfrm>
              <a:off x="5476100" y="3598400"/>
              <a:ext cx="226875" cy="227475"/>
            </a:xfrm>
            <a:custGeom>
              <a:avLst/>
              <a:gdLst/>
              <a:ahLst/>
              <a:cxnLst/>
              <a:rect l="l" t="t" r="r" b="b"/>
              <a:pathLst>
                <a:path w="9075" h="9099" extrusionOk="0">
                  <a:moveTo>
                    <a:pt x="6145" y="549"/>
                  </a:moveTo>
                  <a:cubicBezTo>
                    <a:pt x="6812" y="549"/>
                    <a:pt x="6955" y="858"/>
                    <a:pt x="6955" y="1358"/>
                  </a:cubicBezTo>
                  <a:cubicBezTo>
                    <a:pt x="6955" y="1858"/>
                    <a:pt x="6812" y="2168"/>
                    <a:pt x="6145" y="2168"/>
                  </a:cubicBezTo>
                  <a:cubicBezTo>
                    <a:pt x="5264" y="2168"/>
                    <a:pt x="4264" y="1692"/>
                    <a:pt x="4264" y="1358"/>
                  </a:cubicBezTo>
                  <a:cubicBezTo>
                    <a:pt x="4264" y="1239"/>
                    <a:pt x="4430" y="1049"/>
                    <a:pt x="4859" y="834"/>
                  </a:cubicBezTo>
                  <a:cubicBezTo>
                    <a:pt x="5240" y="668"/>
                    <a:pt x="5740" y="549"/>
                    <a:pt x="6145" y="549"/>
                  </a:cubicBezTo>
                  <a:close/>
                  <a:moveTo>
                    <a:pt x="5597" y="2692"/>
                  </a:moveTo>
                  <a:cubicBezTo>
                    <a:pt x="6145" y="2692"/>
                    <a:pt x="6788" y="2835"/>
                    <a:pt x="7264" y="3073"/>
                  </a:cubicBezTo>
                  <a:cubicBezTo>
                    <a:pt x="7741" y="3287"/>
                    <a:pt x="8026" y="3549"/>
                    <a:pt x="8026" y="3764"/>
                  </a:cubicBezTo>
                  <a:cubicBezTo>
                    <a:pt x="8026" y="4002"/>
                    <a:pt x="7741" y="4264"/>
                    <a:pt x="7264" y="4478"/>
                  </a:cubicBezTo>
                  <a:cubicBezTo>
                    <a:pt x="6788" y="4692"/>
                    <a:pt x="6145" y="4835"/>
                    <a:pt x="5597" y="4835"/>
                  </a:cubicBezTo>
                  <a:cubicBezTo>
                    <a:pt x="4621" y="4835"/>
                    <a:pt x="4264" y="4407"/>
                    <a:pt x="4264" y="3764"/>
                  </a:cubicBezTo>
                  <a:cubicBezTo>
                    <a:pt x="4264" y="3049"/>
                    <a:pt x="4716" y="2692"/>
                    <a:pt x="5597" y="2692"/>
                  </a:cubicBezTo>
                  <a:close/>
                  <a:moveTo>
                    <a:pt x="6407" y="5359"/>
                  </a:moveTo>
                  <a:cubicBezTo>
                    <a:pt x="7717" y="5359"/>
                    <a:pt x="8550" y="5883"/>
                    <a:pt x="8550" y="6693"/>
                  </a:cubicBezTo>
                  <a:cubicBezTo>
                    <a:pt x="8550" y="7526"/>
                    <a:pt x="7717" y="8026"/>
                    <a:pt x="6407" y="8026"/>
                  </a:cubicBezTo>
                  <a:cubicBezTo>
                    <a:pt x="5812" y="8026"/>
                    <a:pt x="4907" y="7931"/>
                    <a:pt x="4407" y="7788"/>
                  </a:cubicBezTo>
                  <a:cubicBezTo>
                    <a:pt x="4430" y="7717"/>
                    <a:pt x="4430" y="7622"/>
                    <a:pt x="4407" y="7526"/>
                  </a:cubicBezTo>
                  <a:cubicBezTo>
                    <a:pt x="4668" y="7336"/>
                    <a:pt x="4811" y="7026"/>
                    <a:pt x="4811" y="6693"/>
                  </a:cubicBezTo>
                  <a:cubicBezTo>
                    <a:pt x="4811" y="6383"/>
                    <a:pt x="4668" y="6074"/>
                    <a:pt x="4407" y="5859"/>
                  </a:cubicBezTo>
                  <a:cubicBezTo>
                    <a:pt x="4430" y="5788"/>
                    <a:pt x="4430" y="5693"/>
                    <a:pt x="4407" y="5597"/>
                  </a:cubicBezTo>
                  <a:cubicBezTo>
                    <a:pt x="4907" y="5478"/>
                    <a:pt x="5812" y="5359"/>
                    <a:pt x="6407" y="5359"/>
                  </a:cubicBezTo>
                  <a:close/>
                  <a:moveTo>
                    <a:pt x="2406" y="4835"/>
                  </a:moveTo>
                  <a:cubicBezTo>
                    <a:pt x="2811" y="4835"/>
                    <a:pt x="2930" y="5216"/>
                    <a:pt x="3001" y="5288"/>
                  </a:cubicBezTo>
                  <a:cubicBezTo>
                    <a:pt x="3042" y="5288"/>
                    <a:pt x="3176" y="5226"/>
                    <a:pt x="3337" y="5226"/>
                  </a:cubicBezTo>
                  <a:cubicBezTo>
                    <a:pt x="3458" y="5226"/>
                    <a:pt x="3593" y="5261"/>
                    <a:pt x="3716" y="5383"/>
                  </a:cubicBezTo>
                  <a:cubicBezTo>
                    <a:pt x="4025" y="5669"/>
                    <a:pt x="3835" y="6026"/>
                    <a:pt x="3811" y="6121"/>
                  </a:cubicBezTo>
                  <a:cubicBezTo>
                    <a:pt x="3883" y="6169"/>
                    <a:pt x="4264" y="6288"/>
                    <a:pt x="4264" y="6693"/>
                  </a:cubicBezTo>
                  <a:cubicBezTo>
                    <a:pt x="4264" y="7098"/>
                    <a:pt x="3883" y="7241"/>
                    <a:pt x="3811" y="7288"/>
                  </a:cubicBezTo>
                  <a:cubicBezTo>
                    <a:pt x="3835" y="7360"/>
                    <a:pt x="4025" y="7741"/>
                    <a:pt x="3716" y="8026"/>
                  </a:cubicBezTo>
                  <a:cubicBezTo>
                    <a:pt x="3593" y="8149"/>
                    <a:pt x="3458" y="8184"/>
                    <a:pt x="3337" y="8184"/>
                  </a:cubicBezTo>
                  <a:cubicBezTo>
                    <a:pt x="3176" y="8184"/>
                    <a:pt x="3042" y="8122"/>
                    <a:pt x="3001" y="8122"/>
                  </a:cubicBezTo>
                  <a:cubicBezTo>
                    <a:pt x="2930" y="8169"/>
                    <a:pt x="2811" y="8574"/>
                    <a:pt x="2406" y="8574"/>
                  </a:cubicBezTo>
                  <a:cubicBezTo>
                    <a:pt x="2001" y="8574"/>
                    <a:pt x="1882" y="8169"/>
                    <a:pt x="1835" y="8122"/>
                  </a:cubicBezTo>
                  <a:lnTo>
                    <a:pt x="1620" y="8169"/>
                  </a:lnTo>
                  <a:cubicBezTo>
                    <a:pt x="1573" y="8181"/>
                    <a:pt x="1523" y="8187"/>
                    <a:pt x="1474" y="8187"/>
                  </a:cubicBezTo>
                  <a:cubicBezTo>
                    <a:pt x="1327" y="8187"/>
                    <a:pt x="1180" y="8134"/>
                    <a:pt x="1072" y="8026"/>
                  </a:cubicBezTo>
                  <a:cubicBezTo>
                    <a:pt x="787" y="7741"/>
                    <a:pt x="977" y="7360"/>
                    <a:pt x="977" y="7288"/>
                  </a:cubicBezTo>
                  <a:cubicBezTo>
                    <a:pt x="906" y="7241"/>
                    <a:pt x="525" y="7121"/>
                    <a:pt x="525" y="6693"/>
                  </a:cubicBezTo>
                  <a:cubicBezTo>
                    <a:pt x="525" y="6288"/>
                    <a:pt x="906" y="6169"/>
                    <a:pt x="977" y="6121"/>
                  </a:cubicBezTo>
                  <a:cubicBezTo>
                    <a:pt x="977" y="6026"/>
                    <a:pt x="787" y="5669"/>
                    <a:pt x="1072" y="5383"/>
                  </a:cubicBezTo>
                  <a:cubicBezTo>
                    <a:pt x="1195" y="5261"/>
                    <a:pt x="1339" y="5226"/>
                    <a:pt x="1470" y="5226"/>
                  </a:cubicBezTo>
                  <a:cubicBezTo>
                    <a:pt x="1644" y="5226"/>
                    <a:pt x="1794" y="5288"/>
                    <a:pt x="1835" y="5288"/>
                  </a:cubicBezTo>
                  <a:cubicBezTo>
                    <a:pt x="1882" y="5216"/>
                    <a:pt x="2001" y="4835"/>
                    <a:pt x="2406" y="4835"/>
                  </a:cubicBezTo>
                  <a:close/>
                  <a:moveTo>
                    <a:pt x="6145" y="1"/>
                  </a:moveTo>
                  <a:cubicBezTo>
                    <a:pt x="5645" y="1"/>
                    <a:pt x="5097" y="144"/>
                    <a:pt x="4621" y="358"/>
                  </a:cubicBezTo>
                  <a:cubicBezTo>
                    <a:pt x="4049" y="620"/>
                    <a:pt x="3740" y="977"/>
                    <a:pt x="3740" y="1358"/>
                  </a:cubicBezTo>
                  <a:cubicBezTo>
                    <a:pt x="3740" y="1739"/>
                    <a:pt x="4049" y="2073"/>
                    <a:pt x="4597" y="2335"/>
                  </a:cubicBezTo>
                  <a:cubicBezTo>
                    <a:pt x="4025" y="2621"/>
                    <a:pt x="3740" y="3144"/>
                    <a:pt x="3740" y="3764"/>
                  </a:cubicBezTo>
                  <a:cubicBezTo>
                    <a:pt x="3740" y="4311"/>
                    <a:pt x="3930" y="4764"/>
                    <a:pt x="4383" y="5073"/>
                  </a:cubicBezTo>
                  <a:cubicBezTo>
                    <a:pt x="4311" y="5073"/>
                    <a:pt x="4264" y="5097"/>
                    <a:pt x="4192" y="5121"/>
                  </a:cubicBezTo>
                  <a:cubicBezTo>
                    <a:pt x="4168" y="5073"/>
                    <a:pt x="4145" y="5050"/>
                    <a:pt x="4097" y="5002"/>
                  </a:cubicBezTo>
                  <a:cubicBezTo>
                    <a:pt x="3901" y="4806"/>
                    <a:pt x="3605" y="4689"/>
                    <a:pt x="3319" y="4689"/>
                  </a:cubicBezTo>
                  <a:cubicBezTo>
                    <a:pt x="3292" y="4689"/>
                    <a:pt x="3266" y="4690"/>
                    <a:pt x="3240" y="4692"/>
                  </a:cubicBezTo>
                  <a:cubicBezTo>
                    <a:pt x="3025" y="4454"/>
                    <a:pt x="2740" y="4311"/>
                    <a:pt x="2406" y="4311"/>
                  </a:cubicBezTo>
                  <a:cubicBezTo>
                    <a:pt x="2073" y="4311"/>
                    <a:pt x="1787" y="4454"/>
                    <a:pt x="1573" y="4692"/>
                  </a:cubicBezTo>
                  <a:cubicBezTo>
                    <a:pt x="1544" y="4690"/>
                    <a:pt x="1516" y="4689"/>
                    <a:pt x="1489" y="4689"/>
                  </a:cubicBezTo>
                  <a:cubicBezTo>
                    <a:pt x="1187" y="4689"/>
                    <a:pt x="909" y="4806"/>
                    <a:pt x="691" y="5002"/>
                  </a:cubicBezTo>
                  <a:cubicBezTo>
                    <a:pt x="477" y="5240"/>
                    <a:pt x="358" y="5550"/>
                    <a:pt x="382" y="5859"/>
                  </a:cubicBezTo>
                  <a:cubicBezTo>
                    <a:pt x="144" y="6074"/>
                    <a:pt x="1" y="6383"/>
                    <a:pt x="1" y="6693"/>
                  </a:cubicBezTo>
                  <a:cubicBezTo>
                    <a:pt x="1" y="7026"/>
                    <a:pt x="144" y="7336"/>
                    <a:pt x="382" y="7526"/>
                  </a:cubicBezTo>
                  <a:cubicBezTo>
                    <a:pt x="358" y="7860"/>
                    <a:pt x="477" y="8169"/>
                    <a:pt x="691" y="8384"/>
                  </a:cubicBezTo>
                  <a:cubicBezTo>
                    <a:pt x="910" y="8602"/>
                    <a:pt x="1188" y="8720"/>
                    <a:pt x="1489" y="8720"/>
                  </a:cubicBezTo>
                  <a:cubicBezTo>
                    <a:pt x="1517" y="8720"/>
                    <a:pt x="1545" y="8719"/>
                    <a:pt x="1573" y="8717"/>
                  </a:cubicBezTo>
                  <a:cubicBezTo>
                    <a:pt x="1787" y="8955"/>
                    <a:pt x="2073" y="9098"/>
                    <a:pt x="2406" y="9098"/>
                  </a:cubicBezTo>
                  <a:cubicBezTo>
                    <a:pt x="2740" y="9098"/>
                    <a:pt x="3025" y="8955"/>
                    <a:pt x="3240" y="8717"/>
                  </a:cubicBezTo>
                  <a:cubicBezTo>
                    <a:pt x="3266" y="8719"/>
                    <a:pt x="3292" y="8720"/>
                    <a:pt x="3318" y="8720"/>
                  </a:cubicBezTo>
                  <a:cubicBezTo>
                    <a:pt x="3604" y="8720"/>
                    <a:pt x="3901" y="8602"/>
                    <a:pt x="4097" y="8384"/>
                  </a:cubicBezTo>
                  <a:cubicBezTo>
                    <a:pt x="4145" y="8360"/>
                    <a:pt x="4168" y="8336"/>
                    <a:pt x="4192" y="8288"/>
                  </a:cubicBezTo>
                  <a:cubicBezTo>
                    <a:pt x="4811" y="8479"/>
                    <a:pt x="5812" y="8574"/>
                    <a:pt x="6407" y="8574"/>
                  </a:cubicBezTo>
                  <a:cubicBezTo>
                    <a:pt x="7741" y="8574"/>
                    <a:pt x="9074" y="8026"/>
                    <a:pt x="9074" y="6693"/>
                  </a:cubicBezTo>
                  <a:cubicBezTo>
                    <a:pt x="9074" y="5955"/>
                    <a:pt x="8598" y="5240"/>
                    <a:pt x="7479" y="4954"/>
                  </a:cubicBezTo>
                  <a:lnTo>
                    <a:pt x="7502" y="4954"/>
                  </a:lnTo>
                  <a:cubicBezTo>
                    <a:pt x="8169" y="4645"/>
                    <a:pt x="8550" y="4216"/>
                    <a:pt x="8550" y="3764"/>
                  </a:cubicBezTo>
                  <a:cubicBezTo>
                    <a:pt x="8550" y="3168"/>
                    <a:pt x="7883" y="2692"/>
                    <a:pt x="7074" y="2406"/>
                  </a:cubicBezTo>
                  <a:cubicBezTo>
                    <a:pt x="7336" y="2192"/>
                    <a:pt x="7479" y="1835"/>
                    <a:pt x="7479" y="1358"/>
                  </a:cubicBezTo>
                  <a:cubicBezTo>
                    <a:pt x="7479" y="430"/>
                    <a:pt x="6978" y="1"/>
                    <a:pt x="61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711" name="Google Shape;711;p70"/>
          <p:cNvSpPr/>
          <p:nvPr/>
        </p:nvSpPr>
        <p:spPr>
          <a:xfrm rot="-370742">
            <a:off x="927952" y="894933"/>
            <a:ext cx="353687" cy="550780"/>
          </a:xfrm>
          <a:custGeom>
            <a:avLst/>
            <a:gdLst/>
            <a:ahLst/>
            <a:cxnLst/>
            <a:rect l="l" t="t" r="r" b="b"/>
            <a:pathLst>
              <a:path w="6026" h="9384" extrusionOk="0">
                <a:moveTo>
                  <a:pt x="3835" y="3311"/>
                </a:moveTo>
                <a:lnTo>
                  <a:pt x="3835" y="3859"/>
                </a:lnTo>
                <a:lnTo>
                  <a:pt x="2191" y="3859"/>
                </a:lnTo>
                <a:lnTo>
                  <a:pt x="2191" y="3311"/>
                </a:lnTo>
                <a:close/>
                <a:moveTo>
                  <a:pt x="4073" y="4407"/>
                </a:moveTo>
                <a:cubicBezTo>
                  <a:pt x="4859" y="4407"/>
                  <a:pt x="5478" y="5050"/>
                  <a:pt x="5478" y="5835"/>
                </a:cubicBezTo>
                <a:cubicBezTo>
                  <a:pt x="5478" y="6097"/>
                  <a:pt x="5406" y="6383"/>
                  <a:pt x="5240" y="6621"/>
                </a:cubicBezTo>
                <a:lnTo>
                  <a:pt x="4501" y="7717"/>
                </a:lnTo>
                <a:lnTo>
                  <a:pt x="1501" y="7717"/>
                </a:lnTo>
                <a:lnTo>
                  <a:pt x="786" y="6621"/>
                </a:lnTo>
                <a:cubicBezTo>
                  <a:pt x="620" y="6383"/>
                  <a:pt x="548" y="6097"/>
                  <a:pt x="548" y="5835"/>
                </a:cubicBezTo>
                <a:cubicBezTo>
                  <a:pt x="548" y="5050"/>
                  <a:pt x="1167" y="4407"/>
                  <a:pt x="1953" y="4407"/>
                </a:cubicBezTo>
                <a:close/>
                <a:moveTo>
                  <a:pt x="4382" y="8264"/>
                </a:moveTo>
                <a:lnTo>
                  <a:pt x="4382" y="8836"/>
                </a:lnTo>
                <a:lnTo>
                  <a:pt x="1644" y="8836"/>
                </a:lnTo>
                <a:lnTo>
                  <a:pt x="1644" y="8264"/>
                </a:lnTo>
                <a:close/>
                <a:moveTo>
                  <a:pt x="2739" y="1"/>
                </a:moveTo>
                <a:lnTo>
                  <a:pt x="2739" y="2763"/>
                </a:lnTo>
                <a:lnTo>
                  <a:pt x="2644" y="2763"/>
                </a:lnTo>
                <a:lnTo>
                  <a:pt x="1620" y="715"/>
                </a:lnTo>
                <a:lnTo>
                  <a:pt x="1120" y="977"/>
                </a:lnTo>
                <a:lnTo>
                  <a:pt x="2025" y="2763"/>
                </a:lnTo>
                <a:lnTo>
                  <a:pt x="1096" y="2763"/>
                </a:lnTo>
                <a:lnTo>
                  <a:pt x="1096" y="3311"/>
                </a:lnTo>
                <a:lnTo>
                  <a:pt x="1644" y="3311"/>
                </a:lnTo>
                <a:lnTo>
                  <a:pt x="1644" y="3883"/>
                </a:lnTo>
                <a:cubicBezTo>
                  <a:pt x="715" y="4049"/>
                  <a:pt x="0" y="4859"/>
                  <a:pt x="0" y="5835"/>
                </a:cubicBezTo>
                <a:cubicBezTo>
                  <a:pt x="0" y="6216"/>
                  <a:pt x="96" y="6597"/>
                  <a:pt x="334" y="6907"/>
                </a:cubicBezTo>
                <a:lnTo>
                  <a:pt x="1096" y="8074"/>
                </a:lnTo>
                <a:lnTo>
                  <a:pt x="1096" y="9384"/>
                </a:lnTo>
                <a:lnTo>
                  <a:pt x="4930" y="9384"/>
                </a:lnTo>
                <a:lnTo>
                  <a:pt x="4930" y="8074"/>
                </a:lnTo>
                <a:lnTo>
                  <a:pt x="5692" y="6907"/>
                </a:lnTo>
                <a:cubicBezTo>
                  <a:pt x="5930" y="6597"/>
                  <a:pt x="6026" y="6216"/>
                  <a:pt x="6026" y="5835"/>
                </a:cubicBezTo>
                <a:cubicBezTo>
                  <a:pt x="6026" y="4859"/>
                  <a:pt x="5311" y="4049"/>
                  <a:pt x="4382" y="3883"/>
                </a:cubicBezTo>
                <a:lnTo>
                  <a:pt x="4382" y="3311"/>
                </a:lnTo>
                <a:lnTo>
                  <a:pt x="4930" y="3311"/>
                </a:lnTo>
                <a:lnTo>
                  <a:pt x="4930" y="2763"/>
                </a:lnTo>
                <a:lnTo>
                  <a:pt x="4001" y="2763"/>
                </a:lnTo>
                <a:lnTo>
                  <a:pt x="4906" y="977"/>
                </a:lnTo>
                <a:lnTo>
                  <a:pt x="4406" y="715"/>
                </a:lnTo>
                <a:lnTo>
                  <a:pt x="3382" y="2763"/>
                </a:lnTo>
                <a:lnTo>
                  <a:pt x="3287" y="2763"/>
                </a:lnTo>
                <a:lnTo>
                  <a:pt x="32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3" name="Google Shape;1193;p97"/>
          <p:cNvSpPr/>
          <p:nvPr/>
        </p:nvSpPr>
        <p:spPr>
          <a:xfrm>
            <a:off x="852775" y="1755361"/>
            <a:ext cx="496131" cy="496155"/>
          </a:xfrm>
          <a:custGeom>
            <a:avLst/>
            <a:gdLst/>
            <a:ahLst/>
            <a:cxnLst/>
            <a:rect l="l" t="t" r="r" b="b"/>
            <a:pathLst>
              <a:path w="9479" h="9479" extrusionOk="0">
                <a:moveTo>
                  <a:pt x="5573" y="548"/>
                </a:moveTo>
                <a:lnTo>
                  <a:pt x="5573" y="2667"/>
                </a:lnTo>
                <a:cubicBezTo>
                  <a:pt x="5311" y="2739"/>
                  <a:pt x="5025" y="2786"/>
                  <a:pt x="4739" y="2786"/>
                </a:cubicBezTo>
                <a:cubicBezTo>
                  <a:pt x="4454" y="2786"/>
                  <a:pt x="4168" y="2834"/>
                  <a:pt x="3906" y="2882"/>
                </a:cubicBezTo>
                <a:lnTo>
                  <a:pt x="3906" y="548"/>
                </a:lnTo>
                <a:close/>
                <a:moveTo>
                  <a:pt x="2144" y="3906"/>
                </a:moveTo>
                <a:cubicBezTo>
                  <a:pt x="1691" y="4358"/>
                  <a:pt x="1382" y="4930"/>
                  <a:pt x="1215" y="5573"/>
                </a:cubicBezTo>
                <a:lnTo>
                  <a:pt x="548" y="5573"/>
                </a:lnTo>
                <a:lnTo>
                  <a:pt x="548" y="3906"/>
                </a:lnTo>
                <a:close/>
                <a:moveTo>
                  <a:pt x="8931" y="3906"/>
                </a:moveTo>
                <a:lnTo>
                  <a:pt x="8931" y="5573"/>
                </a:lnTo>
                <a:lnTo>
                  <a:pt x="7216" y="5573"/>
                </a:lnTo>
                <a:cubicBezTo>
                  <a:pt x="7645" y="5073"/>
                  <a:pt x="7954" y="4501"/>
                  <a:pt x="8145" y="3906"/>
                </a:cubicBezTo>
                <a:close/>
                <a:moveTo>
                  <a:pt x="6811" y="2691"/>
                </a:moveTo>
                <a:cubicBezTo>
                  <a:pt x="5668" y="4263"/>
                  <a:pt x="4120" y="5430"/>
                  <a:pt x="2310" y="6120"/>
                </a:cubicBezTo>
                <a:cubicBezTo>
                  <a:pt x="2096" y="6192"/>
                  <a:pt x="1882" y="6311"/>
                  <a:pt x="1691" y="6454"/>
                </a:cubicBezTo>
                <a:lnTo>
                  <a:pt x="1691" y="6406"/>
                </a:lnTo>
                <a:cubicBezTo>
                  <a:pt x="1691" y="4715"/>
                  <a:pt x="3049" y="3334"/>
                  <a:pt x="4739" y="3334"/>
                </a:cubicBezTo>
                <a:cubicBezTo>
                  <a:pt x="5478" y="3334"/>
                  <a:pt x="6192" y="3120"/>
                  <a:pt x="6811" y="2691"/>
                </a:cubicBezTo>
                <a:close/>
                <a:moveTo>
                  <a:pt x="7788" y="2262"/>
                </a:moveTo>
                <a:lnTo>
                  <a:pt x="7788" y="2501"/>
                </a:lnTo>
                <a:cubicBezTo>
                  <a:pt x="7788" y="4811"/>
                  <a:pt x="5930" y="6668"/>
                  <a:pt x="3620" y="6668"/>
                </a:cubicBezTo>
                <a:lnTo>
                  <a:pt x="2382" y="6668"/>
                </a:lnTo>
                <a:cubicBezTo>
                  <a:pt x="2429" y="6668"/>
                  <a:pt x="2477" y="6644"/>
                  <a:pt x="2501" y="6621"/>
                </a:cubicBezTo>
                <a:cubicBezTo>
                  <a:pt x="6097" y="5287"/>
                  <a:pt x="7502" y="2596"/>
                  <a:pt x="7788" y="2262"/>
                </a:cubicBezTo>
                <a:close/>
                <a:moveTo>
                  <a:pt x="5573" y="6811"/>
                </a:moveTo>
                <a:lnTo>
                  <a:pt x="5573" y="8931"/>
                </a:lnTo>
                <a:lnTo>
                  <a:pt x="3906" y="8931"/>
                </a:lnTo>
                <a:lnTo>
                  <a:pt x="3906" y="7216"/>
                </a:lnTo>
                <a:cubicBezTo>
                  <a:pt x="4477" y="7192"/>
                  <a:pt x="5049" y="7049"/>
                  <a:pt x="5573" y="6811"/>
                </a:cubicBezTo>
                <a:close/>
                <a:moveTo>
                  <a:pt x="3358" y="0"/>
                </a:moveTo>
                <a:lnTo>
                  <a:pt x="3358" y="3072"/>
                </a:lnTo>
                <a:cubicBezTo>
                  <a:pt x="3168" y="3144"/>
                  <a:pt x="2977" y="3239"/>
                  <a:pt x="2810" y="3334"/>
                </a:cubicBezTo>
                <a:lnTo>
                  <a:pt x="0" y="3334"/>
                </a:lnTo>
                <a:lnTo>
                  <a:pt x="0" y="6120"/>
                </a:lnTo>
                <a:lnTo>
                  <a:pt x="1143" y="6120"/>
                </a:lnTo>
                <a:cubicBezTo>
                  <a:pt x="1120" y="6216"/>
                  <a:pt x="1120" y="6311"/>
                  <a:pt x="1120" y="6406"/>
                </a:cubicBezTo>
                <a:lnTo>
                  <a:pt x="1120" y="6978"/>
                </a:lnTo>
                <a:cubicBezTo>
                  <a:pt x="762" y="7478"/>
                  <a:pt x="572" y="8049"/>
                  <a:pt x="572" y="8621"/>
                </a:cubicBezTo>
                <a:lnTo>
                  <a:pt x="1120" y="8621"/>
                </a:lnTo>
                <a:cubicBezTo>
                  <a:pt x="1120" y="8097"/>
                  <a:pt x="1310" y="7621"/>
                  <a:pt x="1644" y="7240"/>
                </a:cubicBezTo>
                <a:lnTo>
                  <a:pt x="3358" y="7240"/>
                </a:lnTo>
                <a:lnTo>
                  <a:pt x="3358" y="9478"/>
                </a:lnTo>
                <a:lnTo>
                  <a:pt x="6121" y="9478"/>
                </a:lnTo>
                <a:lnTo>
                  <a:pt x="6121" y="6525"/>
                </a:lnTo>
                <a:cubicBezTo>
                  <a:pt x="6311" y="6406"/>
                  <a:pt x="6502" y="6263"/>
                  <a:pt x="6668" y="6120"/>
                </a:cubicBezTo>
                <a:lnTo>
                  <a:pt x="9478" y="6120"/>
                </a:lnTo>
                <a:lnTo>
                  <a:pt x="9478" y="3334"/>
                </a:lnTo>
                <a:lnTo>
                  <a:pt x="8288" y="3334"/>
                </a:lnTo>
                <a:cubicBezTo>
                  <a:pt x="8335" y="3072"/>
                  <a:pt x="8359" y="2786"/>
                  <a:pt x="8359" y="2501"/>
                </a:cubicBezTo>
                <a:lnTo>
                  <a:pt x="8359" y="834"/>
                </a:lnTo>
                <a:lnTo>
                  <a:pt x="6573" y="2167"/>
                </a:lnTo>
                <a:cubicBezTo>
                  <a:pt x="6430" y="2286"/>
                  <a:pt x="6287" y="2382"/>
                  <a:pt x="6121" y="2453"/>
                </a:cubicBezTo>
                <a:lnTo>
                  <a:pt x="6121" y="0"/>
                </a:ln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 name="Google Shape;703;p70"/>
          <p:cNvSpPr txBox="1"/>
          <p:nvPr/>
        </p:nvSpPr>
        <p:spPr>
          <a:xfrm>
            <a:off x="1530350" y="1819910"/>
            <a:ext cx="3619500" cy="487680"/>
          </a:xfrm>
          <a:prstGeom prst="rect">
            <a:avLst/>
          </a:prstGeom>
          <a:noFill/>
          <a:ln>
            <a:noFill/>
          </a:ln>
        </p:spPr>
        <p:txBody>
          <a:bodyPr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a:t>Định nghĩa module</a:t>
            </a:r>
            <a:endParaRPr lang="en-US" alt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5"/>
                                        </p:tgtEl>
                                        <p:attrNameLst>
                                          <p:attrName>style.visibility</p:attrName>
                                        </p:attrNameLst>
                                      </p:cBhvr>
                                      <p:to>
                                        <p:strVal val="visible"/>
                                      </p:to>
                                    </p:set>
                                    <p:animEffect transition="in" filter="fade">
                                      <p:cBhvr>
                                        <p:cTn id="7" dur="1000"/>
                                        <p:tgtEl>
                                          <p:spTgt spid="705"/>
                                        </p:tgtEl>
                                      </p:cBhvr>
                                    </p:animEffect>
                                  </p:childTnLst>
                                </p:cTn>
                              </p:par>
                              <p:par>
                                <p:cTn id="8" presetID="10" presetClass="entr" presetSubtype="0" fill="hold" nodeType="withEffect">
                                  <p:stCondLst>
                                    <p:cond delay="0"/>
                                  </p:stCondLst>
                                  <p:childTnLst>
                                    <p:set>
                                      <p:cBhvr>
                                        <p:cTn id="9" dur="1" fill="hold">
                                          <p:stCondLst>
                                            <p:cond delay="0"/>
                                          </p:stCondLst>
                                        </p:cTn>
                                        <p:tgtEl>
                                          <p:spTgt spid="708"/>
                                        </p:tgtEl>
                                        <p:attrNameLst>
                                          <p:attrName>style.visibility</p:attrName>
                                        </p:attrNameLst>
                                      </p:cBhvr>
                                      <p:to>
                                        <p:strVal val="visible"/>
                                      </p:to>
                                    </p:set>
                                    <p:animEffect transition="in" filter="fade">
                                      <p:cBhvr>
                                        <p:cTn id="10" dur="1000"/>
                                        <p:tgtEl>
                                          <p:spTgt spid="708"/>
                                        </p:tgtEl>
                                      </p:cBhvr>
                                    </p:animEffect>
                                  </p:childTnLst>
                                </p:cTn>
                              </p:par>
                              <p:par>
                                <p:cTn id="11" presetID="10" presetClass="entr" presetSubtype="0" fill="hold" nodeType="withEffect">
                                  <p:stCondLst>
                                    <p:cond delay="0"/>
                                  </p:stCondLst>
                                  <p:childTnLst>
                                    <p:set>
                                      <p:cBhvr>
                                        <p:cTn id="12" dur="1" fill="hold">
                                          <p:stCondLst>
                                            <p:cond delay="0"/>
                                          </p:stCondLst>
                                        </p:cTn>
                                        <p:tgtEl>
                                          <p:spTgt spid="711"/>
                                        </p:tgtEl>
                                        <p:attrNameLst>
                                          <p:attrName>style.visibility</p:attrName>
                                        </p:attrNameLst>
                                      </p:cBhvr>
                                      <p:to>
                                        <p:strVal val="visible"/>
                                      </p:to>
                                    </p:set>
                                    <p:animEffect transition="in" filter="fade">
                                      <p:cBhvr>
                                        <p:cTn id="13" dur="1000"/>
                                        <p:tgtEl>
                                          <p:spTgt spid="7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731" name="Shape 731"/>
        <p:cNvGrpSpPr/>
        <p:nvPr/>
      </p:nvGrpSpPr>
      <p:grpSpPr>
        <a:xfrm>
          <a:off x="0" y="0"/>
          <a:ext cx="0" cy="0"/>
          <a:chOff x="0" y="0"/>
          <a:chExt cx="0" cy="0"/>
        </a:xfrm>
      </p:grpSpPr>
      <p:sp>
        <p:nvSpPr>
          <p:cNvPr id="732" name="Google Shape;732;p72"/>
          <p:cNvSpPr txBox="1"/>
          <p:nvPr>
            <p:ph type="title" idx="4"/>
          </p:nvPr>
        </p:nvSpPr>
        <p:spPr>
          <a:xfrm>
            <a:off x="719925" y="7170"/>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3000" b="1">
                <a:sym typeface="+mn-ea"/>
              </a:rPr>
              <a:t>Sơ đồ kiến trúc</a:t>
            </a:r>
            <a:endParaRPr lang="en-GB" sz="3000" b="1"/>
          </a:p>
        </p:txBody>
      </p:sp>
      <p:pic>
        <p:nvPicPr>
          <p:cNvPr id="105" name="Image 51"/>
          <p:cNvPicPr/>
          <p:nvPr/>
        </p:nvPicPr>
        <p:blipFill>
          <a:blip r:embed="rId1" cstate="print"/>
          <a:stretch>
            <a:fillRect/>
          </a:stretch>
        </p:blipFill>
        <p:spPr>
          <a:xfrm>
            <a:off x="2123440" y="699453"/>
            <a:ext cx="4775200" cy="409511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66" name="Shape 566"/>
        <p:cNvGrpSpPr/>
        <p:nvPr/>
      </p:nvGrpSpPr>
      <p:grpSpPr>
        <a:xfrm>
          <a:off x="0" y="0"/>
          <a:ext cx="0" cy="0"/>
          <a:chOff x="0" y="0"/>
          <a:chExt cx="0" cy="0"/>
        </a:xfrm>
      </p:grpSpPr>
      <p:pic>
        <p:nvPicPr>
          <p:cNvPr id="108" name="Image 54"/>
          <p:cNvPicPr/>
          <p:nvPr/>
        </p:nvPicPr>
        <p:blipFill>
          <a:blip r:embed="rId1" cstate="print"/>
          <a:stretch>
            <a:fillRect/>
          </a:stretch>
        </p:blipFill>
        <p:spPr>
          <a:xfrm>
            <a:off x="647700" y="850265"/>
            <a:ext cx="7876540" cy="3899535"/>
          </a:xfrm>
          <a:prstGeom prst="rect">
            <a:avLst/>
          </a:prstGeom>
        </p:spPr>
      </p:pic>
      <p:sp>
        <p:nvSpPr>
          <p:cNvPr id="732" name="Google Shape;732;p72"/>
          <p:cNvSpPr txBox="1"/>
          <p:nvPr/>
        </p:nvSpPr>
        <p:spPr>
          <a:xfrm>
            <a:off x="719925" y="7170"/>
            <a:ext cx="7704000" cy="6579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Kulim Park"/>
              <a:buNone/>
              <a:defRPr sz="2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sz="3000" b="1">
                <a:sym typeface="+mn-ea"/>
              </a:rPr>
              <a:t>Định nghĩa module</a:t>
            </a:r>
            <a:endParaRPr lang="en-GB" sz="3000" b="1"/>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999" name="Shape 999"/>
        <p:cNvGrpSpPr/>
        <p:nvPr/>
      </p:nvGrpSpPr>
      <p:grpSpPr>
        <a:xfrm>
          <a:off x="0" y="0"/>
          <a:ext cx="0" cy="0"/>
          <a:chOff x="0" y="0"/>
          <a:chExt cx="0" cy="0"/>
        </a:xfrm>
      </p:grpSpPr>
      <p:pic>
        <p:nvPicPr>
          <p:cNvPr id="2" name="Picture 119" descr="usecasetongquat-v2.drawio"/>
          <p:cNvPicPr>
            <a:picLocks noChangeAspect="1"/>
          </p:cNvPicPr>
          <p:nvPr/>
        </p:nvPicPr>
        <p:blipFill>
          <a:blip r:embed="rId1"/>
          <a:stretch>
            <a:fillRect/>
          </a:stretch>
        </p:blipFill>
        <p:spPr>
          <a:xfrm>
            <a:off x="2050415" y="45085"/>
            <a:ext cx="5861685" cy="5034280"/>
          </a:xfrm>
          <a:prstGeom prst="rect">
            <a:avLst/>
          </a:prstGeom>
        </p:spPr>
      </p:pic>
      <p:sp>
        <p:nvSpPr>
          <p:cNvPr id="732" name="Google Shape;732;p72"/>
          <p:cNvSpPr txBox="1"/>
          <p:nvPr/>
        </p:nvSpPr>
        <p:spPr>
          <a:xfrm>
            <a:off x="185420" y="6985"/>
            <a:ext cx="1377315" cy="508254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Kulim Park"/>
              <a:buNone/>
              <a:defRPr sz="2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sz="3000" b="1"/>
              <a:t>Use  case tổng</a:t>
            </a:r>
            <a:endParaRPr lang="en-US" altLang="en-GB" sz="3000" b="1"/>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566" name="Shape 566"/>
        <p:cNvGrpSpPr/>
        <p:nvPr/>
      </p:nvGrpSpPr>
      <p:grpSpPr>
        <a:xfrm>
          <a:off x="0" y="0"/>
          <a:ext cx="0" cy="0"/>
          <a:chOff x="0" y="0"/>
          <a:chExt cx="0" cy="0"/>
        </a:xfrm>
      </p:grpSpPr>
      <p:sp>
        <p:nvSpPr>
          <p:cNvPr id="732" name="Google Shape;732;p72"/>
          <p:cNvSpPr txBox="1"/>
          <p:nvPr/>
        </p:nvSpPr>
        <p:spPr>
          <a:xfrm>
            <a:off x="2540" y="2016125"/>
            <a:ext cx="377825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Kulim Park"/>
              <a:buNone/>
              <a:defRPr sz="2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sz="3000" b="1">
                <a:sym typeface="+mn-ea"/>
              </a:rPr>
              <a:t>Mô tả nghiệp vụ</a:t>
            </a:r>
            <a:br>
              <a:rPr lang="en-US" altLang="en-GB" sz="3000" b="1">
                <a:sym typeface="+mn-ea"/>
              </a:rPr>
            </a:br>
            <a:r>
              <a:rPr lang="en-US" altLang="en-GB" sz="3000" b="1">
                <a:sym typeface="+mn-ea"/>
              </a:rPr>
              <a:t>Tạo công việc</a:t>
            </a:r>
            <a:endParaRPr lang="en-US" altLang="en-GB" sz="3000" b="1">
              <a:sym typeface="+mn-ea"/>
            </a:endParaRPr>
          </a:p>
        </p:txBody>
      </p:sp>
      <p:pic>
        <p:nvPicPr>
          <p:cNvPr id="34" name="Image 34"/>
          <p:cNvPicPr/>
          <p:nvPr/>
        </p:nvPicPr>
        <p:blipFill>
          <a:blip r:embed="rId1" cstate="print"/>
          <a:stretch>
            <a:fillRect/>
          </a:stretch>
        </p:blipFill>
        <p:spPr>
          <a:xfrm>
            <a:off x="4149090" y="51435"/>
            <a:ext cx="4864100" cy="5050155"/>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566" name="Shape 566"/>
        <p:cNvGrpSpPr/>
        <p:nvPr/>
      </p:nvGrpSpPr>
      <p:grpSpPr>
        <a:xfrm>
          <a:off x="0" y="0"/>
          <a:ext cx="0" cy="0"/>
          <a:chOff x="0" y="0"/>
          <a:chExt cx="0" cy="0"/>
        </a:xfrm>
      </p:grpSpPr>
      <p:sp>
        <p:nvSpPr>
          <p:cNvPr id="732" name="Google Shape;732;p72"/>
          <p:cNvSpPr txBox="1"/>
          <p:nvPr/>
        </p:nvSpPr>
        <p:spPr>
          <a:xfrm>
            <a:off x="2540" y="2016125"/>
            <a:ext cx="377825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Kulim Park"/>
              <a:buNone/>
              <a:defRPr sz="2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sz="3000" b="1">
                <a:sym typeface="+mn-ea"/>
              </a:rPr>
              <a:t>Mô tả nghiệp vụ</a:t>
            </a:r>
            <a:br>
              <a:rPr lang="en-US" altLang="en-GB" sz="3000" b="1">
                <a:sym typeface="+mn-ea"/>
              </a:rPr>
            </a:br>
            <a:r>
              <a:rPr lang="en-US" altLang="en-GB" sz="3000" b="1">
                <a:sym typeface="+mn-ea"/>
              </a:rPr>
              <a:t>Tạo nhân viên</a:t>
            </a:r>
            <a:endParaRPr lang="en-US" altLang="en-GB" sz="3000" b="1">
              <a:sym typeface="+mn-ea"/>
            </a:endParaRPr>
          </a:p>
        </p:txBody>
      </p:sp>
      <p:pic>
        <p:nvPicPr>
          <p:cNvPr id="32" name="Image 32"/>
          <p:cNvPicPr/>
          <p:nvPr/>
        </p:nvPicPr>
        <p:blipFill>
          <a:blip r:embed="rId1" cstate="print"/>
          <a:stretch>
            <a:fillRect/>
          </a:stretch>
        </p:blipFill>
        <p:spPr>
          <a:xfrm>
            <a:off x="4212590" y="57150"/>
            <a:ext cx="4880610" cy="504317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566" name="Shape 566"/>
        <p:cNvGrpSpPr/>
        <p:nvPr/>
      </p:nvGrpSpPr>
      <p:grpSpPr>
        <a:xfrm>
          <a:off x="0" y="0"/>
          <a:ext cx="0" cy="0"/>
          <a:chOff x="0" y="0"/>
          <a:chExt cx="0" cy="0"/>
        </a:xfrm>
      </p:grpSpPr>
      <p:sp>
        <p:nvSpPr>
          <p:cNvPr id="732" name="Google Shape;732;p72"/>
          <p:cNvSpPr txBox="1"/>
          <p:nvPr/>
        </p:nvSpPr>
        <p:spPr>
          <a:xfrm>
            <a:off x="2540" y="2016125"/>
            <a:ext cx="3778250" cy="6578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Kulim Park"/>
              <a:buNone/>
              <a:defRPr sz="2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2500"/>
              <a:buFont typeface="Kulim Park"/>
              <a:buNone/>
              <a:defRPr sz="2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sz="3000" b="1">
                <a:sym typeface="+mn-ea"/>
              </a:rPr>
              <a:t>Mô tả nghiệp vụ</a:t>
            </a:r>
            <a:br>
              <a:rPr lang="en-US" altLang="en-GB" sz="3000" b="1">
                <a:sym typeface="+mn-ea"/>
              </a:rPr>
            </a:br>
            <a:r>
              <a:rPr lang="en-US" altLang="en-GB" sz="3000" b="1">
                <a:sym typeface="+mn-ea"/>
              </a:rPr>
              <a:t>Tạo ứng viên</a:t>
            </a:r>
            <a:endParaRPr lang="en-US" altLang="en-GB" sz="3000" b="1">
              <a:sym typeface="+mn-ea"/>
            </a:endParaRPr>
          </a:p>
        </p:txBody>
      </p:sp>
      <p:pic>
        <p:nvPicPr>
          <p:cNvPr id="33" name="Image 33"/>
          <p:cNvPicPr/>
          <p:nvPr/>
        </p:nvPicPr>
        <p:blipFill>
          <a:blip r:embed="rId1" cstate="print"/>
          <a:stretch>
            <a:fillRect/>
          </a:stretch>
        </p:blipFill>
        <p:spPr>
          <a:xfrm>
            <a:off x="4212590" y="36830"/>
            <a:ext cx="4880610" cy="501777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662" name="Shape 662"/>
        <p:cNvGrpSpPr/>
        <p:nvPr/>
      </p:nvGrpSpPr>
      <p:grpSpPr>
        <a:xfrm>
          <a:off x="0" y="0"/>
          <a:ext cx="0" cy="0"/>
          <a:chOff x="0" y="0"/>
          <a:chExt cx="0" cy="0"/>
        </a:xfrm>
      </p:grpSpPr>
      <p:sp>
        <p:nvSpPr>
          <p:cNvPr id="663" name="Google Shape;663;p67"/>
          <p:cNvSpPr txBox="1"/>
          <p:nvPr>
            <p:ph type="title"/>
          </p:nvPr>
        </p:nvSpPr>
        <p:spPr>
          <a:xfrm>
            <a:off x="716280" y="2001520"/>
            <a:ext cx="5994400" cy="10725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b="1" dirty="0">
                <a:latin typeface="Calibri" panose="020F0502020204030204" charset="0"/>
                <a:cs typeface="Calibri" panose="020F0502020204030204" charset="0"/>
                <a:sym typeface="+mn-ea"/>
              </a:rPr>
              <a:t>THIẾT KẾ CHỨC NĂNG</a:t>
            </a:r>
            <a:endParaRPr lang="en-US" b="1" dirty="0">
              <a:latin typeface="Calibri" panose="020F0502020204030204" charset="0"/>
              <a:cs typeface="Calibri" panose="020F0502020204030204" charset="0"/>
              <a:sym typeface="+mn-ea"/>
            </a:endParaRPr>
          </a:p>
        </p:txBody>
      </p:sp>
      <p:sp>
        <p:nvSpPr>
          <p:cNvPr id="665" name="Google Shape;665;p67"/>
          <p:cNvSpPr txBox="1"/>
          <p:nvPr>
            <p:ph type="title" idx="2"/>
          </p:nvPr>
        </p:nvSpPr>
        <p:spPr>
          <a:xfrm>
            <a:off x="723265" y="1304925"/>
            <a:ext cx="1497965" cy="87884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0</a:t>
            </a:r>
            <a:r>
              <a:rPr lang="en-US" altLang="en-GB"/>
              <a:t>4</a:t>
            </a:r>
            <a:endParaRPr lang="en-US" alt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63"/>
                                        </p:tgtEl>
                                        <p:attrNameLst>
                                          <p:attrName>style.visibility</p:attrName>
                                        </p:attrNameLst>
                                      </p:cBhvr>
                                      <p:to>
                                        <p:strVal val="visible"/>
                                      </p:to>
                                    </p:set>
                                    <p:anim calcmode="lin" valueType="num">
                                      <p:cBhvr additive="base">
                                        <p:cTn id="7" dur="1000"/>
                                        <p:tgtEl>
                                          <p:spTgt spid="663"/>
                                        </p:tgtEl>
                                        <p:attrNameLst>
                                          <p:attrName>ppt_x</p:attrName>
                                        </p:attrNameLst>
                                      </p:cBhvr>
                                      <p:tavLst>
                                        <p:tav tm="0" fmla="">
                                          <p:val>
                                            <p:strVal val="#ppt_x-1"/>
                                          </p:val>
                                        </p:tav>
                                        <p:tav tm="100000" fmla="">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665"/>
                                        </p:tgtEl>
                                        <p:attrNameLst>
                                          <p:attrName>style.visibility</p:attrName>
                                        </p:attrNameLst>
                                      </p:cBhvr>
                                      <p:to>
                                        <p:strVal val="visible"/>
                                      </p:to>
                                    </p:set>
                                    <p:anim calcmode="lin" valueType="num">
                                      <p:cBhvr additive="base">
                                        <p:cTn id="10" dur="1000"/>
                                        <p:tgtEl>
                                          <p:spTgt spid="665"/>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676" name="Shape 676"/>
        <p:cNvGrpSpPr/>
        <p:nvPr/>
      </p:nvGrpSpPr>
      <p:grpSpPr>
        <a:xfrm>
          <a:off x="0" y="0"/>
          <a:ext cx="0" cy="0"/>
          <a:chOff x="0" y="0"/>
          <a:chExt cx="0" cy="0"/>
        </a:xfrm>
      </p:grpSpPr>
      <p:sp>
        <p:nvSpPr>
          <p:cNvPr id="677" name="Google Shape;677;p69"/>
          <p:cNvSpPr txBox="1"/>
          <p:nvPr>
            <p:ph type="title"/>
          </p:nvPr>
        </p:nvSpPr>
        <p:spPr>
          <a:xfrm>
            <a:off x="-35560" y="1058545"/>
            <a:ext cx="5837555" cy="65786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latin typeface="Calibri" panose="020F0502020204030204" charset="0"/>
                <a:cs typeface="Calibri" panose="020F0502020204030204" charset="0"/>
                <a:sym typeface="+mn-ea"/>
              </a:rPr>
              <a:t>THIẾT KẾ CHỨC NĂNG</a:t>
            </a:r>
            <a:endParaRPr b="1">
              <a:solidFill>
                <a:schemeClr val="lt1"/>
              </a:solidFill>
            </a:endParaRPr>
          </a:p>
        </p:txBody>
      </p:sp>
      <p:sp>
        <p:nvSpPr>
          <p:cNvPr id="678" name="Google Shape;678;p69"/>
          <p:cNvSpPr txBox="1"/>
          <p:nvPr>
            <p:ph type="title" idx="2"/>
          </p:nvPr>
        </p:nvSpPr>
        <p:spPr>
          <a:xfrm>
            <a:off x="2051685" y="2191385"/>
            <a:ext cx="4115435" cy="48768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ltLang="en-GB"/>
              <a:t>Thiết kế cơ sở dữ liệu</a:t>
            </a:r>
            <a:endParaRPr lang="en-US" altLang="en-GB"/>
          </a:p>
        </p:txBody>
      </p:sp>
      <p:sp>
        <p:nvSpPr>
          <p:cNvPr id="680" name="Google Shape;680;p69"/>
          <p:cNvSpPr txBox="1"/>
          <p:nvPr>
            <p:ph type="title" idx="3"/>
          </p:nvPr>
        </p:nvSpPr>
        <p:spPr>
          <a:xfrm>
            <a:off x="1934845" y="3913505"/>
            <a:ext cx="3772535" cy="48768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ltLang="en-GB"/>
              <a:t>Biểu đồ tuần tự</a:t>
            </a:r>
            <a:endParaRPr lang="en-US" altLang="en-GB"/>
          </a:p>
        </p:txBody>
      </p:sp>
      <p:sp>
        <p:nvSpPr>
          <p:cNvPr id="684" name="Google Shape;684;p69"/>
          <p:cNvSpPr/>
          <p:nvPr/>
        </p:nvSpPr>
        <p:spPr>
          <a:xfrm rot="-529266">
            <a:off x="1511644" y="2154954"/>
            <a:ext cx="380269" cy="498337"/>
          </a:xfrm>
          <a:custGeom>
            <a:avLst/>
            <a:gdLst/>
            <a:ahLst/>
            <a:cxnLst/>
            <a:rect l="l" t="t" r="r" b="b"/>
            <a:pathLst>
              <a:path w="8102" h="10617" extrusionOk="0">
                <a:moveTo>
                  <a:pt x="4051" y="625"/>
                </a:moveTo>
                <a:cubicBezTo>
                  <a:pt x="4462" y="625"/>
                  <a:pt x="4801" y="893"/>
                  <a:pt x="4925" y="1249"/>
                </a:cubicBezTo>
                <a:lnTo>
                  <a:pt x="3177" y="1249"/>
                </a:lnTo>
                <a:cubicBezTo>
                  <a:pt x="3302" y="893"/>
                  <a:pt x="3641" y="625"/>
                  <a:pt x="4051" y="625"/>
                </a:cubicBezTo>
                <a:close/>
                <a:moveTo>
                  <a:pt x="4979" y="1874"/>
                </a:moveTo>
                <a:lnTo>
                  <a:pt x="4979" y="2516"/>
                </a:lnTo>
                <a:lnTo>
                  <a:pt x="3123" y="2516"/>
                </a:lnTo>
                <a:lnTo>
                  <a:pt x="3123" y="1874"/>
                </a:lnTo>
                <a:close/>
                <a:moveTo>
                  <a:pt x="2535" y="3159"/>
                </a:moveTo>
                <a:lnTo>
                  <a:pt x="2535" y="3159"/>
                </a:lnTo>
                <a:cubicBezTo>
                  <a:pt x="2481" y="3230"/>
                  <a:pt x="2428" y="3301"/>
                  <a:pt x="2374" y="3391"/>
                </a:cubicBezTo>
                <a:cubicBezTo>
                  <a:pt x="2053" y="3908"/>
                  <a:pt x="1874" y="4586"/>
                  <a:pt x="1874" y="5318"/>
                </a:cubicBezTo>
                <a:cubicBezTo>
                  <a:pt x="1874" y="6031"/>
                  <a:pt x="2053" y="6727"/>
                  <a:pt x="2374" y="7245"/>
                </a:cubicBezTo>
                <a:cubicBezTo>
                  <a:pt x="2428" y="7316"/>
                  <a:pt x="2481" y="7405"/>
                  <a:pt x="2535" y="7477"/>
                </a:cubicBezTo>
                <a:cubicBezTo>
                  <a:pt x="1464" y="7352"/>
                  <a:pt x="625" y="6424"/>
                  <a:pt x="625" y="5318"/>
                </a:cubicBezTo>
                <a:cubicBezTo>
                  <a:pt x="625" y="4194"/>
                  <a:pt x="1464" y="3284"/>
                  <a:pt x="2535" y="3159"/>
                </a:cubicBezTo>
                <a:close/>
                <a:moveTo>
                  <a:pt x="5550" y="3159"/>
                </a:moveTo>
                <a:lnTo>
                  <a:pt x="5550" y="3159"/>
                </a:lnTo>
                <a:cubicBezTo>
                  <a:pt x="6638" y="3284"/>
                  <a:pt x="7477" y="4194"/>
                  <a:pt x="7477" y="5318"/>
                </a:cubicBezTo>
                <a:cubicBezTo>
                  <a:pt x="7477" y="6424"/>
                  <a:pt x="6638" y="7352"/>
                  <a:pt x="5550" y="7477"/>
                </a:cubicBezTo>
                <a:cubicBezTo>
                  <a:pt x="5621" y="7405"/>
                  <a:pt x="5675" y="7316"/>
                  <a:pt x="5728" y="7245"/>
                </a:cubicBezTo>
                <a:cubicBezTo>
                  <a:pt x="6050" y="6727"/>
                  <a:pt x="6228" y="6031"/>
                  <a:pt x="6228" y="5318"/>
                </a:cubicBezTo>
                <a:cubicBezTo>
                  <a:pt x="6228" y="4586"/>
                  <a:pt x="6050" y="3908"/>
                  <a:pt x="5728" y="3391"/>
                </a:cubicBezTo>
                <a:cubicBezTo>
                  <a:pt x="5675" y="3301"/>
                  <a:pt x="5621" y="3230"/>
                  <a:pt x="5550" y="3159"/>
                </a:cubicBezTo>
                <a:close/>
                <a:moveTo>
                  <a:pt x="3730" y="3141"/>
                </a:moveTo>
                <a:lnTo>
                  <a:pt x="3730" y="7494"/>
                </a:lnTo>
                <a:cubicBezTo>
                  <a:pt x="3070" y="7494"/>
                  <a:pt x="2499" y="6495"/>
                  <a:pt x="2499" y="5318"/>
                </a:cubicBezTo>
                <a:cubicBezTo>
                  <a:pt x="2499" y="4140"/>
                  <a:pt x="3070" y="3141"/>
                  <a:pt x="3730" y="3141"/>
                </a:cubicBezTo>
                <a:close/>
                <a:moveTo>
                  <a:pt x="4355" y="3141"/>
                </a:moveTo>
                <a:cubicBezTo>
                  <a:pt x="5033" y="3141"/>
                  <a:pt x="5603" y="4140"/>
                  <a:pt x="5603" y="5318"/>
                </a:cubicBezTo>
                <a:cubicBezTo>
                  <a:pt x="5603" y="6495"/>
                  <a:pt x="5033" y="7494"/>
                  <a:pt x="4355" y="7494"/>
                </a:cubicBezTo>
                <a:lnTo>
                  <a:pt x="4355" y="3141"/>
                </a:lnTo>
                <a:close/>
                <a:moveTo>
                  <a:pt x="4979" y="8119"/>
                </a:moveTo>
                <a:lnTo>
                  <a:pt x="4979" y="8743"/>
                </a:lnTo>
                <a:lnTo>
                  <a:pt x="3123" y="8743"/>
                </a:lnTo>
                <a:lnTo>
                  <a:pt x="3123" y="8119"/>
                </a:lnTo>
                <a:close/>
                <a:moveTo>
                  <a:pt x="4072" y="0"/>
                </a:moveTo>
                <a:cubicBezTo>
                  <a:pt x="3212" y="0"/>
                  <a:pt x="2499" y="690"/>
                  <a:pt x="2499" y="1553"/>
                </a:cubicBezTo>
                <a:lnTo>
                  <a:pt x="2499" y="2534"/>
                </a:lnTo>
                <a:cubicBezTo>
                  <a:pt x="1089" y="2695"/>
                  <a:pt x="1" y="3872"/>
                  <a:pt x="1" y="5318"/>
                </a:cubicBezTo>
                <a:cubicBezTo>
                  <a:pt x="1" y="6745"/>
                  <a:pt x="1089" y="7940"/>
                  <a:pt x="2499" y="8101"/>
                </a:cubicBezTo>
                <a:lnTo>
                  <a:pt x="2499" y="10617"/>
                </a:lnTo>
                <a:lnTo>
                  <a:pt x="3123" y="10617"/>
                </a:lnTo>
                <a:lnTo>
                  <a:pt x="3123" y="9350"/>
                </a:lnTo>
                <a:lnTo>
                  <a:pt x="3730" y="9350"/>
                </a:lnTo>
                <a:lnTo>
                  <a:pt x="3730" y="10617"/>
                </a:lnTo>
                <a:lnTo>
                  <a:pt x="4355" y="10617"/>
                </a:lnTo>
                <a:lnTo>
                  <a:pt x="4355" y="9350"/>
                </a:lnTo>
                <a:lnTo>
                  <a:pt x="4979" y="9350"/>
                </a:lnTo>
                <a:lnTo>
                  <a:pt x="4979" y="10617"/>
                </a:lnTo>
                <a:lnTo>
                  <a:pt x="5603" y="10617"/>
                </a:lnTo>
                <a:lnTo>
                  <a:pt x="5603" y="8101"/>
                </a:lnTo>
                <a:cubicBezTo>
                  <a:pt x="6995" y="7940"/>
                  <a:pt x="8101" y="6745"/>
                  <a:pt x="8101" y="5318"/>
                </a:cubicBezTo>
                <a:cubicBezTo>
                  <a:pt x="8101" y="3872"/>
                  <a:pt x="6995" y="2695"/>
                  <a:pt x="5603" y="2534"/>
                </a:cubicBezTo>
                <a:lnTo>
                  <a:pt x="5603" y="1589"/>
                </a:lnTo>
                <a:cubicBezTo>
                  <a:pt x="5603" y="732"/>
                  <a:pt x="4943" y="36"/>
                  <a:pt x="4105" y="1"/>
                </a:cubicBezTo>
                <a:cubicBezTo>
                  <a:pt x="4094" y="0"/>
                  <a:pt x="4083" y="0"/>
                  <a:pt x="40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85" name="Google Shape;685;p69"/>
          <p:cNvGrpSpPr/>
          <p:nvPr/>
        </p:nvGrpSpPr>
        <p:grpSpPr>
          <a:xfrm rot="484655">
            <a:off x="1487193" y="3034383"/>
            <a:ext cx="479571" cy="420934"/>
            <a:chOff x="4772497" y="1789389"/>
            <a:chExt cx="341543" cy="299761"/>
          </a:xfrm>
        </p:grpSpPr>
        <p:sp>
          <p:nvSpPr>
            <p:cNvPr id="686" name="Google Shape;686;p69"/>
            <p:cNvSpPr/>
            <p:nvPr/>
          </p:nvSpPr>
          <p:spPr>
            <a:xfrm>
              <a:off x="4812609" y="1829533"/>
              <a:ext cx="80255" cy="79677"/>
            </a:xfrm>
            <a:custGeom>
              <a:avLst/>
              <a:gdLst/>
              <a:ahLst/>
              <a:cxnLst/>
              <a:rect l="l" t="t" r="r" b="b"/>
              <a:pathLst>
                <a:path w="2499" h="2481" extrusionOk="0">
                  <a:moveTo>
                    <a:pt x="1249" y="625"/>
                  </a:moveTo>
                  <a:cubicBezTo>
                    <a:pt x="1588" y="625"/>
                    <a:pt x="1874" y="911"/>
                    <a:pt x="1874" y="1250"/>
                  </a:cubicBezTo>
                  <a:cubicBezTo>
                    <a:pt x="1874" y="1589"/>
                    <a:pt x="1588" y="1874"/>
                    <a:pt x="1249" y="1874"/>
                  </a:cubicBezTo>
                  <a:cubicBezTo>
                    <a:pt x="910" y="1874"/>
                    <a:pt x="625" y="1589"/>
                    <a:pt x="625" y="1250"/>
                  </a:cubicBezTo>
                  <a:cubicBezTo>
                    <a:pt x="625" y="911"/>
                    <a:pt x="910" y="625"/>
                    <a:pt x="1249" y="625"/>
                  </a:cubicBezTo>
                  <a:close/>
                  <a:moveTo>
                    <a:pt x="1249" y="1"/>
                  </a:moveTo>
                  <a:cubicBezTo>
                    <a:pt x="553" y="1"/>
                    <a:pt x="0" y="554"/>
                    <a:pt x="0" y="1250"/>
                  </a:cubicBezTo>
                  <a:cubicBezTo>
                    <a:pt x="0" y="1928"/>
                    <a:pt x="553" y="2481"/>
                    <a:pt x="1249" y="2481"/>
                  </a:cubicBezTo>
                  <a:cubicBezTo>
                    <a:pt x="1927" y="2481"/>
                    <a:pt x="2498" y="1928"/>
                    <a:pt x="2498" y="1250"/>
                  </a:cubicBezTo>
                  <a:cubicBezTo>
                    <a:pt x="2498" y="554"/>
                    <a:pt x="1927" y="1"/>
                    <a:pt x="12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7" name="Google Shape;687;p69"/>
            <p:cNvSpPr/>
            <p:nvPr/>
          </p:nvSpPr>
          <p:spPr>
            <a:xfrm>
              <a:off x="4772497" y="1789389"/>
              <a:ext cx="341543" cy="220116"/>
            </a:xfrm>
            <a:custGeom>
              <a:avLst/>
              <a:gdLst/>
              <a:ahLst/>
              <a:cxnLst/>
              <a:rect l="l" t="t" r="r" b="b"/>
              <a:pathLst>
                <a:path w="10635" h="6854" extrusionOk="0">
                  <a:moveTo>
                    <a:pt x="2498" y="626"/>
                  </a:moveTo>
                  <a:cubicBezTo>
                    <a:pt x="3533" y="626"/>
                    <a:pt x="4354" y="1465"/>
                    <a:pt x="4354" y="2500"/>
                  </a:cubicBezTo>
                  <a:cubicBezTo>
                    <a:pt x="4354" y="3517"/>
                    <a:pt x="3533" y="4355"/>
                    <a:pt x="2498" y="4355"/>
                  </a:cubicBezTo>
                  <a:cubicBezTo>
                    <a:pt x="1463" y="4355"/>
                    <a:pt x="625" y="3517"/>
                    <a:pt x="625" y="2500"/>
                  </a:cubicBezTo>
                  <a:cubicBezTo>
                    <a:pt x="625" y="1465"/>
                    <a:pt x="1463" y="626"/>
                    <a:pt x="2498" y="626"/>
                  </a:cubicBezTo>
                  <a:close/>
                  <a:moveTo>
                    <a:pt x="8136" y="626"/>
                  </a:moveTo>
                  <a:cubicBezTo>
                    <a:pt x="9171" y="626"/>
                    <a:pt x="10010" y="1465"/>
                    <a:pt x="10010" y="2500"/>
                  </a:cubicBezTo>
                  <a:cubicBezTo>
                    <a:pt x="10010" y="3517"/>
                    <a:pt x="9171" y="4355"/>
                    <a:pt x="8136" y="4355"/>
                  </a:cubicBezTo>
                  <a:cubicBezTo>
                    <a:pt x="7102" y="4355"/>
                    <a:pt x="6263" y="3517"/>
                    <a:pt x="6263" y="2500"/>
                  </a:cubicBezTo>
                  <a:cubicBezTo>
                    <a:pt x="6263" y="1465"/>
                    <a:pt x="7102" y="626"/>
                    <a:pt x="8136" y="626"/>
                  </a:cubicBezTo>
                  <a:close/>
                  <a:moveTo>
                    <a:pt x="10010" y="4980"/>
                  </a:moveTo>
                  <a:lnTo>
                    <a:pt x="10010" y="5604"/>
                  </a:lnTo>
                  <a:lnTo>
                    <a:pt x="8761" y="5604"/>
                  </a:lnTo>
                  <a:lnTo>
                    <a:pt x="8761" y="6229"/>
                  </a:lnTo>
                  <a:lnTo>
                    <a:pt x="8136" y="6229"/>
                  </a:lnTo>
                  <a:lnTo>
                    <a:pt x="8136" y="5604"/>
                  </a:lnTo>
                  <a:lnTo>
                    <a:pt x="2498" y="5604"/>
                  </a:lnTo>
                  <a:lnTo>
                    <a:pt x="2498" y="6229"/>
                  </a:lnTo>
                  <a:lnTo>
                    <a:pt x="1874" y="6229"/>
                  </a:lnTo>
                  <a:lnTo>
                    <a:pt x="1874" y="5604"/>
                  </a:lnTo>
                  <a:lnTo>
                    <a:pt x="625" y="5604"/>
                  </a:lnTo>
                  <a:lnTo>
                    <a:pt x="625" y="4980"/>
                  </a:lnTo>
                  <a:close/>
                  <a:moveTo>
                    <a:pt x="2492" y="0"/>
                  </a:moveTo>
                  <a:cubicBezTo>
                    <a:pt x="1125" y="0"/>
                    <a:pt x="0" y="1122"/>
                    <a:pt x="0" y="2500"/>
                  </a:cubicBezTo>
                  <a:cubicBezTo>
                    <a:pt x="0" y="3231"/>
                    <a:pt x="339" y="3909"/>
                    <a:pt x="857" y="4355"/>
                  </a:cubicBezTo>
                  <a:lnTo>
                    <a:pt x="0" y="4355"/>
                  </a:lnTo>
                  <a:lnTo>
                    <a:pt x="0" y="6229"/>
                  </a:lnTo>
                  <a:lnTo>
                    <a:pt x="1249" y="6229"/>
                  </a:lnTo>
                  <a:lnTo>
                    <a:pt x="1249" y="6853"/>
                  </a:lnTo>
                  <a:lnTo>
                    <a:pt x="3123" y="6853"/>
                  </a:lnTo>
                  <a:lnTo>
                    <a:pt x="3123" y="6229"/>
                  </a:lnTo>
                  <a:lnTo>
                    <a:pt x="7512" y="6229"/>
                  </a:lnTo>
                  <a:lnTo>
                    <a:pt x="7512" y="6853"/>
                  </a:lnTo>
                  <a:lnTo>
                    <a:pt x="9385" y="6853"/>
                  </a:lnTo>
                  <a:lnTo>
                    <a:pt x="9385" y="6229"/>
                  </a:lnTo>
                  <a:lnTo>
                    <a:pt x="10617" y="6229"/>
                  </a:lnTo>
                  <a:lnTo>
                    <a:pt x="10617" y="4355"/>
                  </a:lnTo>
                  <a:lnTo>
                    <a:pt x="9778" y="4355"/>
                  </a:lnTo>
                  <a:cubicBezTo>
                    <a:pt x="10295" y="3909"/>
                    <a:pt x="10634" y="3231"/>
                    <a:pt x="10617" y="2482"/>
                  </a:cubicBezTo>
                  <a:cubicBezTo>
                    <a:pt x="10617" y="1162"/>
                    <a:pt x="9564" y="55"/>
                    <a:pt x="8226" y="2"/>
                  </a:cubicBezTo>
                  <a:cubicBezTo>
                    <a:pt x="8194" y="1"/>
                    <a:pt x="8162" y="0"/>
                    <a:pt x="8130" y="0"/>
                  </a:cubicBezTo>
                  <a:cubicBezTo>
                    <a:pt x="6764" y="0"/>
                    <a:pt x="5656" y="1122"/>
                    <a:pt x="5656" y="2500"/>
                  </a:cubicBezTo>
                  <a:cubicBezTo>
                    <a:pt x="5656" y="3231"/>
                    <a:pt x="5977" y="3909"/>
                    <a:pt x="6495" y="4355"/>
                  </a:cubicBezTo>
                  <a:lnTo>
                    <a:pt x="4140" y="4355"/>
                  </a:lnTo>
                  <a:cubicBezTo>
                    <a:pt x="4657" y="3909"/>
                    <a:pt x="4978" y="3231"/>
                    <a:pt x="4978" y="2482"/>
                  </a:cubicBezTo>
                  <a:cubicBezTo>
                    <a:pt x="4978" y="1162"/>
                    <a:pt x="3926" y="55"/>
                    <a:pt x="2587" y="2"/>
                  </a:cubicBezTo>
                  <a:cubicBezTo>
                    <a:pt x="2555" y="1"/>
                    <a:pt x="2524" y="0"/>
                    <a:pt x="24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8" name="Google Shape;688;p69"/>
            <p:cNvSpPr/>
            <p:nvPr/>
          </p:nvSpPr>
          <p:spPr>
            <a:xfrm>
              <a:off x="4993673" y="1829533"/>
              <a:ext cx="80255" cy="79677"/>
            </a:xfrm>
            <a:custGeom>
              <a:avLst/>
              <a:gdLst/>
              <a:ahLst/>
              <a:cxnLst/>
              <a:rect l="l" t="t" r="r" b="b"/>
              <a:pathLst>
                <a:path w="2499" h="2481" extrusionOk="0">
                  <a:moveTo>
                    <a:pt x="1249" y="625"/>
                  </a:moveTo>
                  <a:cubicBezTo>
                    <a:pt x="1588" y="625"/>
                    <a:pt x="1874" y="911"/>
                    <a:pt x="1874" y="1250"/>
                  </a:cubicBezTo>
                  <a:cubicBezTo>
                    <a:pt x="1874" y="1589"/>
                    <a:pt x="1588" y="1874"/>
                    <a:pt x="1249" y="1874"/>
                  </a:cubicBezTo>
                  <a:cubicBezTo>
                    <a:pt x="910" y="1874"/>
                    <a:pt x="625" y="1589"/>
                    <a:pt x="625" y="1250"/>
                  </a:cubicBezTo>
                  <a:cubicBezTo>
                    <a:pt x="625" y="911"/>
                    <a:pt x="910" y="625"/>
                    <a:pt x="1249" y="625"/>
                  </a:cubicBezTo>
                  <a:close/>
                  <a:moveTo>
                    <a:pt x="1249" y="1"/>
                  </a:moveTo>
                  <a:cubicBezTo>
                    <a:pt x="571" y="1"/>
                    <a:pt x="0" y="554"/>
                    <a:pt x="0" y="1250"/>
                  </a:cubicBezTo>
                  <a:cubicBezTo>
                    <a:pt x="0" y="1928"/>
                    <a:pt x="571" y="2481"/>
                    <a:pt x="1249" y="2481"/>
                  </a:cubicBezTo>
                  <a:cubicBezTo>
                    <a:pt x="1927" y="2481"/>
                    <a:pt x="2498" y="1928"/>
                    <a:pt x="2498" y="1250"/>
                  </a:cubicBezTo>
                  <a:cubicBezTo>
                    <a:pt x="2498" y="554"/>
                    <a:pt x="1927" y="1"/>
                    <a:pt x="12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9" name="Google Shape;689;p69"/>
            <p:cNvSpPr/>
            <p:nvPr/>
          </p:nvSpPr>
          <p:spPr>
            <a:xfrm>
              <a:off x="4793115" y="2029513"/>
              <a:ext cx="299729" cy="20104"/>
            </a:xfrm>
            <a:custGeom>
              <a:avLst/>
              <a:gdLst/>
              <a:ahLst/>
              <a:cxnLst/>
              <a:rect l="l" t="t" r="r" b="b"/>
              <a:pathLst>
                <a:path w="9333" h="626" extrusionOk="0">
                  <a:moveTo>
                    <a:pt x="0" y="1"/>
                  </a:moveTo>
                  <a:lnTo>
                    <a:pt x="0" y="625"/>
                  </a:lnTo>
                  <a:lnTo>
                    <a:pt x="9332" y="625"/>
                  </a:lnTo>
                  <a:lnTo>
                    <a:pt x="933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0" name="Google Shape;690;p69"/>
            <p:cNvSpPr/>
            <p:nvPr/>
          </p:nvSpPr>
          <p:spPr>
            <a:xfrm>
              <a:off x="4793115" y="2069079"/>
              <a:ext cx="299729" cy="20072"/>
            </a:xfrm>
            <a:custGeom>
              <a:avLst/>
              <a:gdLst/>
              <a:ahLst/>
              <a:cxnLst/>
              <a:rect l="l" t="t" r="r" b="b"/>
              <a:pathLst>
                <a:path w="9333" h="625" extrusionOk="0">
                  <a:moveTo>
                    <a:pt x="0" y="0"/>
                  </a:moveTo>
                  <a:lnTo>
                    <a:pt x="0" y="625"/>
                  </a:lnTo>
                  <a:lnTo>
                    <a:pt x="9332" y="625"/>
                  </a:lnTo>
                  <a:lnTo>
                    <a:pt x="93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11" name="Google Shape;1311;p102"/>
          <p:cNvGrpSpPr/>
          <p:nvPr/>
        </p:nvGrpSpPr>
        <p:grpSpPr>
          <a:xfrm rot="536105">
            <a:off x="1581562" y="3905581"/>
            <a:ext cx="284678" cy="441079"/>
            <a:chOff x="6318481" y="3413348"/>
            <a:chExt cx="220084" cy="340997"/>
          </a:xfrm>
        </p:grpSpPr>
        <p:sp>
          <p:nvSpPr>
            <p:cNvPr id="1312" name="Google Shape;1312;p102"/>
            <p:cNvSpPr/>
            <p:nvPr/>
          </p:nvSpPr>
          <p:spPr>
            <a:xfrm>
              <a:off x="6318481" y="3413348"/>
              <a:ext cx="139861" cy="340997"/>
            </a:xfrm>
            <a:custGeom>
              <a:avLst/>
              <a:gdLst/>
              <a:ahLst/>
              <a:cxnLst/>
              <a:rect l="l" t="t" r="r" b="b"/>
              <a:pathLst>
                <a:path w="4355" h="10618" extrusionOk="0">
                  <a:moveTo>
                    <a:pt x="1250" y="4372"/>
                  </a:moveTo>
                  <a:lnTo>
                    <a:pt x="1250" y="4997"/>
                  </a:lnTo>
                  <a:lnTo>
                    <a:pt x="625" y="4997"/>
                  </a:lnTo>
                  <a:lnTo>
                    <a:pt x="625" y="4372"/>
                  </a:lnTo>
                  <a:close/>
                  <a:moveTo>
                    <a:pt x="2499" y="4372"/>
                  </a:moveTo>
                  <a:lnTo>
                    <a:pt x="2499" y="4997"/>
                  </a:lnTo>
                  <a:lnTo>
                    <a:pt x="1874" y="4997"/>
                  </a:lnTo>
                  <a:lnTo>
                    <a:pt x="1874" y="4372"/>
                  </a:lnTo>
                  <a:close/>
                  <a:moveTo>
                    <a:pt x="3730" y="4372"/>
                  </a:moveTo>
                  <a:lnTo>
                    <a:pt x="3730" y="4997"/>
                  </a:lnTo>
                  <a:lnTo>
                    <a:pt x="3123" y="4997"/>
                  </a:lnTo>
                  <a:lnTo>
                    <a:pt x="3123" y="4372"/>
                  </a:lnTo>
                  <a:close/>
                  <a:moveTo>
                    <a:pt x="1250" y="1"/>
                  </a:moveTo>
                  <a:lnTo>
                    <a:pt x="1250" y="3766"/>
                  </a:lnTo>
                  <a:lnTo>
                    <a:pt x="1" y="3766"/>
                  </a:lnTo>
                  <a:lnTo>
                    <a:pt x="1" y="5621"/>
                  </a:lnTo>
                  <a:lnTo>
                    <a:pt x="1250" y="5621"/>
                  </a:lnTo>
                  <a:lnTo>
                    <a:pt x="1250" y="10617"/>
                  </a:lnTo>
                  <a:lnTo>
                    <a:pt x="1874" y="10617"/>
                  </a:lnTo>
                  <a:lnTo>
                    <a:pt x="1874" y="5621"/>
                  </a:lnTo>
                  <a:lnTo>
                    <a:pt x="2499" y="5621"/>
                  </a:lnTo>
                  <a:lnTo>
                    <a:pt x="2499" y="10617"/>
                  </a:lnTo>
                  <a:lnTo>
                    <a:pt x="3123" y="10617"/>
                  </a:lnTo>
                  <a:lnTo>
                    <a:pt x="3123" y="5621"/>
                  </a:lnTo>
                  <a:lnTo>
                    <a:pt x="4354" y="5621"/>
                  </a:lnTo>
                  <a:lnTo>
                    <a:pt x="4354" y="3766"/>
                  </a:lnTo>
                  <a:lnTo>
                    <a:pt x="3123" y="3766"/>
                  </a:lnTo>
                  <a:lnTo>
                    <a:pt x="3123" y="1"/>
                  </a:lnTo>
                  <a:lnTo>
                    <a:pt x="2499" y="1"/>
                  </a:lnTo>
                  <a:lnTo>
                    <a:pt x="2499" y="3766"/>
                  </a:lnTo>
                  <a:lnTo>
                    <a:pt x="1874" y="3766"/>
                  </a:lnTo>
                  <a:lnTo>
                    <a:pt x="1874" y="1"/>
                  </a:ln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13" name="Google Shape;1313;p102"/>
            <p:cNvSpPr/>
            <p:nvPr/>
          </p:nvSpPr>
          <p:spPr>
            <a:xfrm>
              <a:off x="6438238" y="3413348"/>
              <a:ext cx="100327" cy="340997"/>
            </a:xfrm>
            <a:custGeom>
              <a:avLst/>
              <a:gdLst/>
              <a:ahLst/>
              <a:cxnLst/>
              <a:rect l="l" t="t" r="r" b="b"/>
              <a:pathLst>
                <a:path w="3124" h="10618" extrusionOk="0">
                  <a:moveTo>
                    <a:pt x="1571" y="625"/>
                  </a:moveTo>
                  <a:cubicBezTo>
                    <a:pt x="2070" y="625"/>
                    <a:pt x="2499" y="1178"/>
                    <a:pt x="2499" y="1874"/>
                  </a:cubicBezTo>
                  <a:cubicBezTo>
                    <a:pt x="2499" y="2552"/>
                    <a:pt x="2070" y="3123"/>
                    <a:pt x="1571" y="3123"/>
                  </a:cubicBezTo>
                  <a:cubicBezTo>
                    <a:pt x="1053" y="3123"/>
                    <a:pt x="625" y="2552"/>
                    <a:pt x="625" y="1874"/>
                  </a:cubicBezTo>
                  <a:cubicBezTo>
                    <a:pt x="625" y="1178"/>
                    <a:pt x="1053" y="625"/>
                    <a:pt x="1571" y="625"/>
                  </a:cubicBezTo>
                  <a:close/>
                  <a:moveTo>
                    <a:pt x="1571" y="1"/>
                  </a:moveTo>
                  <a:cubicBezTo>
                    <a:pt x="643" y="1"/>
                    <a:pt x="1" y="911"/>
                    <a:pt x="1" y="1874"/>
                  </a:cubicBezTo>
                  <a:cubicBezTo>
                    <a:pt x="1" y="2713"/>
                    <a:pt x="500" y="3516"/>
                    <a:pt x="1250" y="3694"/>
                  </a:cubicBezTo>
                  <a:lnTo>
                    <a:pt x="1250" y="10617"/>
                  </a:lnTo>
                  <a:lnTo>
                    <a:pt x="1874" y="10617"/>
                  </a:lnTo>
                  <a:lnTo>
                    <a:pt x="1874" y="3694"/>
                  </a:lnTo>
                  <a:cubicBezTo>
                    <a:pt x="2641" y="3516"/>
                    <a:pt x="3123" y="2713"/>
                    <a:pt x="3123" y="1874"/>
                  </a:cubicBezTo>
                  <a:cubicBezTo>
                    <a:pt x="3123" y="893"/>
                    <a:pt x="2481" y="1"/>
                    <a:pt x="1571" y="1"/>
                  </a:cubicBezTo>
                  <a:close/>
                </a:path>
              </a:pathLst>
            </a:custGeom>
            <a:solidFill>
              <a:schemeClr val="l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sp>
        <p:nvSpPr>
          <p:cNvPr id="6" name="Google Shape;680;p69"/>
          <p:cNvSpPr txBox="1"/>
          <p:nvPr/>
        </p:nvSpPr>
        <p:spPr>
          <a:xfrm>
            <a:off x="1918335" y="3035935"/>
            <a:ext cx="4779645" cy="487680"/>
          </a:xfrm>
          <a:prstGeom prst="rect">
            <a:avLst/>
          </a:prstGeom>
          <a:noFill/>
          <a:ln>
            <a:noFill/>
          </a:ln>
        </p:spPr>
        <p:txBody>
          <a:bodyPr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a:t>Quan hệ giữa các bảng</a:t>
            </a:r>
            <a:endParaRPr lang="en-US" alt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8"/>
                                        </p:tgtEl>
                                        <p:attrNameLst>
                                          <p:attrName>style.visibility</p:attrName>
                                        </p:attrNameLst>
                                      </p:cBhvr>
                                      <p:to>
                                        <p:strVal val="visible"/>
                                      </p:to>
                                    </p:set>
                                    <p:animEffect transition="in" filter="fade">
                                      <p:cBhvr>
                                        <p:cTn id="7" dur="1000"/>
                                        <p:tgtEl>
                                          <p:spTgt spid="678"/>
                                        </p:tgtEl>
                                      </p:cBhvr>
                                    </p:animEffect>
                                  </p:childTnLst>
                                </p:cTn>
                              </p:par>
                              <p:par>
                                <p:cTn id="8" presetID="10" presetClass="entr" presetSubtype="0" fill="hold" nodeType="withEffect">
                                  <p:stCondLst>
                                    <p:cond delay="0"/>
                                  </p:stCondLst>
                                  <p:childTnLst>
                                    <p:set>
                                      <p:cBhvr>
                                        <p:cTn id="9" dur="1" fill="hold">
                                          <p:stCondLst>
                                            <p:cond delay="0"/>
                                          </p:stCondLst>
                                        </p:cTn>
                                        <p:tgtEl>
                                          <p:spTgt spid="680"/>
                                        </p:tgtEl>
                                        <p:attrNameLst>
                                          <p:attrName>style.visibility</p:attrName>
                                        </p:attrNameLst>
                                      </p:cBhvr>
                                      <p:to>
                                        <p:strVal val="visible"/>
                                      </p:to>
                                    </p:set>
                                    <p:animEffect transition="in" filter="fade">
                                      <p:cBhvr>
                                        <p:cTn id="10" dur="1000"/>
                                        <p:tgtEl>
                                          <p:spTgt spid="680"/>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604" name="Shape 604"/>
        <p:cNvGrpSpPr/>
        <p:nvPr/>
      </p:nvGrpSpPr>
      <p:grpSpPr>
        <a:xfrm>
          <a:off x="0" y="0"/>
          <a:ext cx="0" cy="0"/>
          <a:chOff x="0" y="0"/>
          <a:chExt cx="0" cy="0"/>
        </a:xfrm>
      </p:grpSpPr>
      <p:sp>
        <p:nvSpPr>
          <p:cNvPr id="608" name="Google Shape;608;p61"/>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 name="Google Shape;609;p61"/>
          <p:cNvSpPr txBox="1"/>
          <p:nvPr>
            <p:ph type="title"/>
          </p:nvPr>
        </p:nvSpPr>
        <p:spPr>
          <a:xfrm>
            <a:off x="0" y="78740"/>
            <a:ext cx="2855595" cy="502221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sym typeface="+mn-ea"/>
              </a:rPr>
              <a:t>Thiết kế cơ sở dữ liệu</a:t>
            </a:r>
            <a:endParaRPr b="1">
              <a:solidFill>
                <a:schemeClr val="lt1"/>
              </a:solidFill>
            </a:endParaRPr>
          </a:p>
        </p:txBody>
      </p:sp>
      <p:sp>
        <p:nvSpPr>
          <p:cNvPr id="610" name="Google Shape;610;p61"/>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3" name="Picture 2" descr="diagram"/>
          <p:cNvPicPr>
            <a:picLocks noChangeAspect="1"/>
          </p:cNvPicPr>
          <p:nvPr/>
        </p:nvPicPr>
        <p:blipFill>
          <a:blip r:embed="rId1"/>
          <a:srcRect l="689" t="1012" r="567" b="1000"/>
          <a:stretch>
            <a:fillRect/>
          </a:stretch>
        </p:blipFill>
        <p:spPr>
          <a:xfrm>
            <a:off x="2915920" y="52070"/>
            <a:ext cx="6192520" cy="5039995"/>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604" name="Shape 604"/>
        <p:cNvGrpSpPr/>
        <p:nvPr/>
      </p:nvGrpSpPr>
      <p:grpSpPr>
        <a:xfrm>
          <a:off x="0" y="0"/>
          <a:ext cx="0" cy="0"/>
          <a:chOff x="0" y="0"/>
          <a:chExt cx="0" cy="0"/>
        </a:xfrm>
      </p:grpSpPr>
      <p:sp>
        <p:nvSpPr>
          <p:cNvPr id="608" name="Google Shape;608;p61"/>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 name="Google Shape;609;p61"/>
          <p:cNvSpPr txBox="1"/>
          <p:nvPr>
            <p:ph type="title"/>
          </p:nvPr>
        </p:nvSpPr>
        <p:spPr>
          <a:xfrm>
            <a:off x="719925" y="78925"/>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sym typeface="+mn-ea"/>
              </a:rPr>
              <a:t>Quan hệ giữa các bảng</a:t>
            </a:r>
            <a:endParaRPr lang="en-US" altLang="en-GB" b="1">
              <a:sym typeface="+mn-ea"/>
            </a:endParaRPr>
          </a:p>
        </p:txBody>
      </p:sp>
      <p:sp>
        <p:nvSpPr>
          <p:cNvPr id="610" name="Google Shape;610;p61"/>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2" name="Picture 1" descr="account_user_dept"/>
          <p:cNvPicPr>
            <a:picLocks noChangeAspect="1"/>
          </p:cNvPicPr>
          <p:nvPr/>
        </p:nvPicPr>
        <p:blipFill>
          <a:blip r:embed="rId1"/>
          <a:srcRect r="11014"/>
          <a:stretch>
            <a:fillRect/>
          </a:stretch>
        </p:blipFill>
        <p:spPr>
          <a:xfrm>
            <a:off x="395605" y="843915"/>
            <a:ext cx="8136890" cy="3293745"/>
          </a:xfrm>
          <a:prstGeom prst="rect">
            <a:avLst/>
          </a:prstGeom>
        </p:spPr>
      </p:pic>
      <p:sp>
        <p:nvSpPr>
          <p:cNvPr id="652" name="Google Shape;652;p65"/>
          <p:cNvSpPr txBox="1"/>
          <p:nvPr>
            <p:ph type="subTitle" idx="1"/>
          </p:nvPr>
        </p:nvSpPr>
        <p:spPr>
          <a:xfrm>
            <a:off x="1113155" y="4215765"/>
            <a:ext cx="4195445" cy="851535"/>
          </a:xfrm>
          <a:prstGeom prst="rect">
            <a:avLst/>
          </a:prstGeom>
        </p:spPr>
        <p:txBody>
          <a:bodyPr spcFirstLastPara="1" wrap="square" lIns="91425" tIns="91425" rIns="91425" bIns="91425" anchor="t" anchorCtr="0">
            <a:noAutofit/>
          </a:bodyPr>
          <a:p>
            <a:pPr marL="342900" lvl="0" indent="-342900" algn="l" rtl="0">
              <a:spcBef>
                <a:spcPts val="0"/>
              </a:spcBef>
              <a:spcAft>
                <a:spcPts val="0"/>
              </a:spcAft>
            </a:pPr>
            <a:r>
              <a:rPr lang="en-US" altLang="en-GB" sz="2000" b="1"/>
              <a:t>account - users: 1 - 1</a:t>
            </a:r>
            <a:endParaRPr lang="en-US" altLang="en-GB" sz="2000" b="1"/>
          </a:p>
          <a:p>
            <a:pPr marL="342900" lvl="0" indent="-342900" algn="l" rtl="0">
              <a:spcBef>
                <a:spcPts val="0"/>
              </a:spcBef>
              <a:spcAft>
                <a:spcPts val="0"/>
              </a:spcAft>
            </a:pPr>
            <a:r>
              <a:rPr lang="en-US" altLang="en-GB" sz="2000" b="1"/>
              <a:t>users - department: N-1</a:t>
            </a:r>
            <a:endParaRPr lang="en-US" altLang="en-GB" sz="2000" b="1"/>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604" name="Shape 604"/>
        <p:cNvGrpSpPr/>
        <p:nvPr/>
      </p:nvGrpSpPr>
      <p:grpSpPr>
        <a:xfrm>
          <a:off x="0" y="0"/>
          <a:ext cx="0" cy="0"/>
          <a:chOff x="0" y="0"/>
          <a:chExt cx="0" cy="0"/>
        </a:xfrm>
      </p:grpSpPr>
      <p:sp>
        <p:nvSpPr>
          <p:cNvPr id="608" name="Google Shape;608;p61"/>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 name="Google Shape;609;p61"/>
          <p:cNvSpPr txBox="1"/>
          <p:nvPr>
            <p:ph type="title"/>
          </p:nvPr>
        </p:nvSpPr>
        <p:spPr>
          <a:xfrm>
            <a:off x="719925" y="78925"/>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sym typeface="+mn-ea"/>
              </a:rPr>
              <a:t>Quan hệ giữa các bảng</a:t>
            </a:r>
            <a:endParaRPr lang="en-US" altLang="en-GB" b="1">
              <a:sym typeface="+mn-ea"/>
            </a:endParaRPr>
          </a:p>
        </p:txBody>
      </p:sp>
      <p:sp>
        <p:nvSpPr>
          <p:cNvPr id="610" name="Google Shape;610;p61"/>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2" name="Google Shape;652;p65"/>
          <p:cNvSpPr txBox="1"/>
          <p:nvPr>
            <p:ph type="subTitle" idx="1"/>
          </p:nvPr>
        </p:nvSpPr>
        <p:spPr>
          <a:xfrm>
            <a:off x="1113155" y="4215765"/>
            <a:ext cx="6519545" cy="851535"/>
          </a:xfrm>
          <a:prstGeom prst="rect">
            <a:avLst/>
          </a:prstGeom>
        </p:spPr>
        <p:txBody>
          <a:bodyPr spcFirstLastPara="1" wrap="square" lIns="91425" tIns="91425" rIns="91425" bIns="91425" anchor="t" anchorCtr="0">
            <a:noAutofit/>
          </a:bodyPr>
          <a:p>
            <a:pPr marL="342900" lvl="0" indent="-342900" algn="l" rtl="0">
              <a:spcBef>
                <a:spcPts val="0"/>
              </a:spcBef>
              <a:spcAft>
                <a:spcPts val="0"/>
              </a:spcAft>
            </a:pPr>
            <a:r>
              <a:rPr lang="en-US" altLang="en-GB" sz="2000" b="1"/>
              <a:t>users - interview_schedule: 1 - 1</a:t>
            </a:r>
            <a:endParaRPr lang="en-US" altLang="en-GB" sz="2000" b="1"/>
          </a:p>
          <a:p>
            <a:pPr marL="342900" lvl="0" indent="-342900" algn="l" rtl="0">
              <a:spcBef>
                <a:spcPts val="0"/>
              </a:spcBef>
              <a:spcAft>
                <a:spcPts val="0"/>
              </a:spcAft>
            </a:pPr>
            <a:r>
              <a:rPr lang="en-US" altLang="en-GB" sz="2000" b="1"/>
              <a:t>users - interviewer_schedule: n-n</a:t>
            </a:r>
            <a:endParaRPr lang="en-US" altLang="en-GB" sz="2000" b="1"/>
          </a:p>
        </p:txBody>
      </p:sp>
      <p:pic>
        <p:nvPicPr>
          <p:cNvPr id="4" name="Picture 3" descr="users_interview"/>
          <p:cNvPicPr>
            <a:picLocks noChangeAspect="1"/>
          </p:cNvPicPr>
          <p:nvPr/>
        </p:nvPicPr>
        <p:blipFill>
          <a:blip r:embed="rId1"/>
          <a:srcRect t="2553" r="18889"/>
          <a:stretch>
            <a:fillRect/>
          </a:stretch>
        </p:blipFill>
        <p:spPr>
          <a:xfrm>
            <a:off x="755650" y="788035"/>
            <a:ext cx="7416800" cy="336931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604" name="Shape 604"/>
        <p:cNvGrpSpPr/>
        <p:nvPr/>
      </p:nvGrpSpPr>
      <p:grpSpPr>
        <a:xfrm>
          <a:off x="0" y="0"/>
          <a:ext cx="0" cy="0"/>
          <a:chOff x="0" y="0"/>
          <a:chExt cx="0" cy="0"/>
        </a:xfrm>
      </p:grpSpPr>
      <p:sp>
        <p:nvSpPr>
          <p:cNvPr id="608" name="Google Shape;608;p61"/>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 name="Google Shape;609;p61"/>
          <p:cNvSpPr txBox="1"/>
          <p:nvPr>
            <p:ph type="title"/>
          </p:nvPr>
        </p:nvSpPr>
        <p:spPr>
          <a:xfrm>
            <a:off x="719925" y="78925"/>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sym typeface="+mn-ea"/>
              </a:rPr>
              <a:t>Quan hệ giữa các bảng</a:t>
            </a:r>
            <a:endParaRPr lang="en-US" altLang="en-GB" b="1">
              <a:sym typeface="+mn-ea"/>
            </a:endParaRPr>
          </a:p>
        </p:txBody>
      </p:sp>
      <p:sp>
        <p:nvSpPr>
          <p:cNvPr id="610" name="Google Shape;610;p61"/>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2" name="Google Shape;652;p65"/>
          <p:cNvSpPr txBox="1"/>
          <p:nvPr>
            <p:ph type="subTitle" idx="1"/>
          </p:nvPr>
        </p:nvSpPr>
        <p:spPr>
          <a:xfrm>
            <a:off x="1113155" y="4359275"/>
            <a:ext cx="6519545" cy="584835"/>
          </a:xfrm>
          <a:prstGeom prst="rect">
            <a:avLst/>
          </a:prstGeom>
        </p:spPr>
        <p:txBody>
          <a:bodyPr spcFirstLastPara="1" wrap="square" lIns="91425" tIns="91425" rIns="91425" bIns="91425" anchor="t" anchorCtr="0">
            <a:noAutofit/>
          </a:bodyPr>
          <a:p>
            <a:pPr marL="342900" lvl="0" indent="-342900" algn="l" rtl="0">
              <a:spcBef>
                <a:spcPts val="0"/>
              </a:spcBef>
              <a:spcAft>
                <a:spcPts val="0"/>
              </a:spcAft>
            </a:pPr>
            <a:r>
              <a:rPr lang="en-US" altLang="en-GB" sz="2000" b="1"/>
              <a:t>users - offer: 1 - n</a:t>
            </a:r>
            <a:endParaRPr lang="en-US" altLang="en-GB" sz="2000" b="1"/>
          </a:p>
        </p:txBody>
      </p:sp>
      <p:pic>
        <p:nvPicPr>
          <p:cNvPr id="2" name="Picture 1" descr="users_offer"/>
          <p:cNvPicPr>
            <a:picLocks noChangeAspect="1"/>
          </p:cNvPicPr>
          <p:nvPr/>
        </p:nvPicPr>
        <p:blipFill>
          <a:blip r:embed="rId1"/>
          <a:srcRect t="3505" r="22462"/>
          <a:stretch>
            <a:fillRect/>
          </a:stretch>
        </p:blipFill>
        <p:spPr>
          <a:xfrm>
            <a:off x="1030605" y="736600"/>
            <a:ext cx="7082155" cy="3408045"/>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604" name="Shape 604"/>
        <p:cNvGrpSpPr/>
        <p:nvPr/>
      </p:nvGrpSpPr>
      <p:grpSpPr>
        <a:xfrm>
          <a:off x="0" y="0"/>
          <a:ext cx="0" cy="0"/>
          <a:chOff x="0" y="0"/>
          <a:chExt cx="0" cy="0"/>
        </a:xfrm>
      </p:grpSpPr>
      <p:sp>
        <p:nvSpPr>
          <p:cNvPr id="608" name="Google Shape;608;p61"/>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 name="Google Shape;609;p61"/>
          <p:cNvSpPr txBox="1"/>
          <p:nvPr>
            <p:ph type="title"/>
          </p:nvPr>
        </p:nvSpPr>
        <p:spPr>
          <a:xfrm>
            <a:off x="719925" y="78925"/>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sym typeface="+mn-ea"/>
              </a:rPr>
              <a:t>Quan hệ giữa các bảng</a:t>
            </a:r>
            <a:endParaRPr lang="en-US" altLang="en-GB" b="1">
              <a:sym typeface="+mn-ea"/>
            </a:endParaRPr>
          </a:p>
        </p:txBody>
      </p:sp>
      <p:sp>
        <p:nvSpPr>
          <p:cNvPr id="610" name="Google Shape;610;p61"/>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2" name="Google Shape;652;p65"/>
          <p:cNvSpPr txBox="1"/>
          <p:nvPr>
            <p:ph type="subTitle" idx="1"/>
          </p:nvPr>
        </p:nvSpPr>
        <p:spPr>
          <a:xfrm>
            <a:off x="1113155" y="4359275"/>
            <a:ext cx="6519545" cy="584835"/>
          </a:xfrm>
          <a:prstGeom prst="rect">
            <a:avLst/>
          </a:prstGeom>
        </p:spPr>
        <p:txBody>
          <a:bodyPr spcFirstLastPara="1" wrap="square" lIns="91425" tIns="91425" rIns="91425" bIns="91425" anchor="t" anchorCtr="0">
            <a:noAutofit/>
          </a:bodyPr>
          <a:p>
            <a:pPr marL="342900" lvl="0" indent="-342900" algn="l" rtl="0">
              <a:spcBef>
                <a:spcPts val="0"/>
              </a:spcBef>
              <a:spcAft>
                <a:spcPts val="0"/>
              </a:spcAft>
            </a:pPr>
            <a:r>
              <a:rPr lang="en-US" altLang="en-GB" sz="2000" b="1"/>
              <a:t>candidate - job: n-1</a:t>
            </a:r>
            <a:endParaRPr lang="en-US" altLang="en-GB" sz="2000" b="1"/>
          </a:p>
        </p:txBody>
      </p:sp>
      <p:pic>
        <p:nvPicPr>
          <p:cNvPr id="2" name="Picture 1" descr="D:\KLTN\Document\Diagram\candidate-job.pngcandidate-job"/>
          <p:cNvPicPr>
            <a:picLocks noChangeAspect="1"/>
          </p:cNvPicPr>
          <p:nvPr/>
        </p:nvPicPr>
        <p:blipFill>
          <a:blip r:embed="rId1"/>
          <a:srcRect t="327" r="23563" b="327"/>
          <a:stretch>
            <a:fillRect/>
          </a:stretch>
        </p:blipFill>
        <p:spPr>
          <a:xfrm>
            <a:off x="1331595" y="736600"/>
            <a:ext cx="5413375" cy="3408045"/>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604" name="Shape 604"/>
        <p:cNvGrpSpPr/>
        <p:nvPr/>
      </p:nvGrpSpPr>
      <p:grpSpPr>
        <a:xfrm>
          <a:off x="0" y="0"/>
          <a:ext cx="0" cy="0"/>
          <a:chOff x="0" y="0"/>
          <a:chExt cx="0" cy="0"/>
        </a:xfrm>
      </p:grpSpPr>
      <p:sp>
        <p:nvSpPr>
          <p:cNvPr id="608" name="Google Shape;608;p61"/>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 name="Google Shape;609;p61"/>
          <p:cNvSpPr txBox="1"/>
          <p:nvPr>
            <p:ph type="title"/>
          </p:nvPr>
        </p:nvSpPr>
        <p:spPr>
          <a:xfrm>
            <a:off x="719925" y="78925"/>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sym typeface="+mn-ea"/>
              </a:rPr>
              <a:t>Quan hệ giữa các bảng</a:t>
            </a:r>
            <a:endParaRPr lang="en-US" altLang="en-GB" b="1">
              <a:sym typeface="+mn-ea"/>
            </a:endParaRPr>
          </a:p>
        </p:txBody>
      </p:sp>
      <p:sp>
        <p:nvSpPr>
          <p:cNvPr id="610" name="Google Shape;610;p61"/>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2" name="Google Shape;652;p65"/>
          <p:cNvSpPr txBox="1"/>
          <p:nvPr>
            <p:ph type="subTitle" idx="1"/>
          </p:nvPr>
        </p:nvSpPr>
        <p:spPr>
          <a:xfrm>
            <a:off x="1113155" y="4228465"/>
            <a:ext cx="6519545" cy="816610"/>
          </a:xfrm>
          <a:prstGeom prst="rect">
            <a:avLst/>
          </a:prstGeom>
        </p:spPr>
        <p:txBody>
          <a:bodyPr spcFirstLastPara="1" wrap="square" lIns="91425" tIns="91425" rIns="91425" bIns="91425" anchor="t" anchorCtr="0">
            <a:noAutofit/>
          </a:bodyPr>
          <a:p>
            <a:pPr marL="342900" lvl="0" indent="-342900" algn="l" rtl="0">
              <a:spcBef>
                <a:spcPts val="0"/>
              </a:spcBef>
              <a:spcAft>
                <a:spcPts val="0"/>
              </a:spcAft>
            </a:pPr>
            <a:r>
              <a:rPr lang="en-US" altLang="en-GB" sz="2000" b="1"/>
              <a:t>candidate - result_interview: 1 - 1</a:t>
            </a:r>
            <a:endParaRPr lang="en-US" altLang="en-GB" sz="2000" b="1"/>
          </a:p>
          <a:p>
            <a:pPr marL="342900" lvl="0" indent="-342900" algn="l" rtl="0">
              <a:spcBef>
                <a:spcPts val="0"/>
              </a:spcBef>
              <a:spcAft>
                <a:spcPts val="0"/>
              </a:spcAft>
            </a:pPr>
            <a:r>
              <a:rPr lang="en-US" altLang="en-GB" sz="2000" b="1"/>
              <a:t>interview - result_interview: n-1</a:t>
            </a:r>
            <a:endParaRPr lang="en-US" altLang="en-GB" sz="2000" b="1"/>
          </a:p>
        </p:txBody>
      </p:sp>
      <p:pic>
        <p:nvPicPr>
          <p:cNvPr id="2" name="Picture 1" descr="D:\KLTN\Document\Diagram\candidate_interview.pngcandidate_interview"/>
          <p:cNvPicPr>
            <a:picLocks noChangeAspect="1"/>
          </p:cNvPicPr>
          <p:nvPr/>
        </p:nvPicPr>
        <p:blipFill>
          <a:blip r:embed="rId1"/>
          <a:srcRect l="-29" r="136"/>
          <a:stretch>
            <a:fillRect/>
          </a:stretch>
        </p:blipFill>
        <p:spPr>
          <a:xfrm>
            <a:off x="539750" y="736600"/>
            <a:ext cx="7704455" cy="3408045"/>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604" name="Shape 604"/>
        <p:cNvGrpSpPr/>
        <p:nvPr/>
      </p:nvGrpSpPr>
      <p:grpSpPr>
        <a:xfrm>
          <a:off x="0" y="0"/>
          <a:ext cx="0" cy="0"/>
          <a:chOff x="0" y="0"/>
          <a:chExt cx="0" cy="0"/>
        </a:xfrm>
      </p:grpSpPr>
      <p:sp>
        <p:nvSpPr>
          <p:cNvPr id="608" name="Google Shape;608;p61"/>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 name="Google Shape;609;p61"/>
          <p:cNvSpPr txBox="1"/>
          <p:nvPr>
            <p:ph type="title"/>
          </p:nvPr>
        </p:nvSpPr>
        <p:spPr>
          <a:xfrm>
            <a:off x="719925" y="78925"/>
            <a:ext cx="7704000" cy="657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sym typeface="+mn-ea"/>
              </a:rPr>
              <a:t>Quan hệ giữa các bảng</a:t>
            </a:r>
            <a:endParaRPr lang="en-US" altLang="en-GB" b="1">
              <a:sym typeface="+mn-ea"/>
            </a:endParaRPr>
          </a:p>
        </p:txBody>
      </p:sp>
      <p:sp>
        <p:nvSpPr>
          <p:cNvPr id="610" name="Google Shape;610;p61"/>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2" name="Google Shape;652;p65"/>
          <p:cNvSpPr txBox="1"/>
          <p:nvPr>
            <p:ph type="subTitle" idx="1"/>
          </p:nvPr>
        </p:nvSpPr>
        <p:spPr>
          <a:xfrm>
            <a:off x="1113155" y="4084955"/>
            <a:ext cx="6519545" cy="816610"/>
          </a:xfrm>
          <a:prstGeom prst="rect">
            <a:avLst/>
          </a:prstGeom>
        </p:spPr>
        <p:txBody>
          <a:bodyPr spcFirstLastPara="1" wrap="square" lIns="91425" tIns="91425" rIns="91425" bIns="91425" anchor="t" anchorCtr="0">
            <a:noAutofit/>
          </a:bodyPr>
          <a:p>
            <a:pPr marL="342900" lvl="0" indent="-342900" algn="l" rtl="0">
              <a:spcBef>
                <a:spcPts val="0"/>
              </a:spcBef>
              <a:spcAft>
                <a:spcPts val="0"/>
              </a:spcAft>
            </a:pPr>
            <a:r>
              <a:rPr lang="en-US" altLang="en-GB" sz="2000" b="1"/>
              <a:t>candidate - result_interview: 1 - 1</a:t>
            </a:r>
            <a:endParaRPr lang="en-US" altLang="en-GB" sz="2000" b="1"/>
          </a:p>
          <a:p>
            <a:pPr marL="342900" lvl="0" indent="-342900" algn="l" rtl="0">
              <a:spcBef>
                <a:spcPts val="0"/>
              </a:spcBef>
              <a:spcAft>
                <a:spcPts val="0"/>
              </a:spcAft>
            </a:pPr>
            <a:r>
              <a:rPr lang="en-US" altLang="en-GB" sz="2000" b="1"/>
              <a:t>interview - result_interview: n-1</a:t>
            </a:r>
            <a:endParaRPr lang="en-US" altLang="en-GB" sz="2000" b="1"/>
          </a:p>
          <a:p>
            <a:pPr marL="342900" lvl="0" indent="-342900" algn="l" rtl="0">
              <a:spcBef>
                <a:spcPts val="0"/>
              </a:spcBef>
              <a:spcAft>
                <a:spcPts val="0"/>
              </a:spcAft>
            </a:pPr>
            <a:r>
              <a:rPr lang="en-US" altLang="en-GB" sz="2000" b="1"/>
              <a:t>offer - result_interview: 1 - 1</a:t>
            </a:r>
            <a:endParaRPr lang="en-US" altLang="en-GB" sz="2000" b="1"/>
          </a:p>
        </p:txBody>
      </p:sp>
      <p:pic>
        <p:nvPicPr>
          <p:cNvPr id="2" name="Picture 1" descr="D:\KLTN\Document\Diagram\candidate_interview_offer.pngcandidate_interview_offer"/>
          <p:cNvPicPr>
            <a:picLocks noChangeAspect="1"/>
          </p:cNvPicPr>
          <p:nvPr/>
        </p:nvPicPr>
        <p:blipFill>
          <a:blip r:embed="rId1"/>
          <a:srcRect t="573" b="573"/>
          <a:stretch>
            <a:fillRect/>
          </a:stretch>
        </p:blipFill>
        <p:spPr>
          <a:xfrm>
            <a:off x="539750" y="736600"/>
            <a:ext cx="7704455" cy="3408045"/>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604" name="Shape 604"/>
        <p:cNvGrpSpPr/>
        <p:nvPr/>
      </p:nvGrpSpPr>
      <p:grpSpPr>
        <a:xfrm>
          <a:off x="0" y="0"/>
          <a:ext cx="0" cy="0"/>
          <a:chOff x="0" y="0"/>
          <a:chExt cx="0" cy="0"/>
        </a:xfrm>
      </p:grpSpPr>
      <p:sp>
        <p:nvSpPr>
          <p:cNvPr id="608" name="Google Shape;608;p61"/>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 name="Google Shape;609;p61"/>
          <p:cNvSpPr txBox="1"/>
          <p:nvPr>
            <p:ph type="title"/>
          </p:nvPr>
        </p:nvSpPr>
        <p:spPr>
          <a:xfrm>
            <a:off x="25400" y="78740"/>
            <a:ext cx="2259965" cy="504380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sym typeface="+mn-ea"/>
              </a:rPr>
              <a:t>Biểu đồ tuần tự quản lý ứng viên</a:t>
            </a:r>
            <a:endParaRPr lang="en-US" altLang="en-GB" b="1">
              <a:sym typeface="+mn-ea"/>
            </a:endParaRPr>
          </a:p>
        </p:txBody>
      </p:sp>
      <p:sp>
        <p:nvSpPr>
          <p:cNvPr id="610" name="Google Shape;610;p61"/>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38" name="Image 38" descr="A diagram of a computer program&#10;&#10;Description automatically generated with medium confidence"/>
          <p:cNvPicPr/>
          <p:nvPr/>
        </p:nvPicPr>
        <p:blipFill>
          <a:blip r:embed="rId1" cstate="print"/>
          <a:stretch>
            <a:fillRect/>
          </a:stretch>
        </p:blipFill>
        <p:spPr>
          <a:xfrm>
            <a:off x="2411730" y="78740"/>
            <a:ext cx="6642100" cy="4965065"/>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604" name="Shape 604"/>
        <p:cNvGrpSpPr/>
        <p:nvPr/>
      </p:nvGrpSpPr>
      <p:grpSpPr>
        <a:xfrm>
          <a:off x="0" y="0"/>
          <a:ext cx="0" cy="0"/>
          <a:chOff x="0" y="0"/>
          <a:chExt cx="0" cy="0"/>
        </a:xfrm>
      </p:grpSpPr>
      <p:sp>
        <p:nvSpPr>
          <p:cNvPr id="608" name="Google Shape;608;p61"/>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 name="Google Shape;609;p61"/>
          <p:cNvSpPr txBox="1"/>
          <p:nvPr>
            <p:ph type="title"/>
          </p:nvPr>
        </p:nvSpPr>
        <p:spPr>
          <a:xfrm>
            <a:off x="25400" y="78740"/>
            <a:ext cx="2259965" cy="504380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sym typeface="+mn-ea"/>
              </a:rPr>
              <a:t>Biểu đồ tuần tự quản lý việc làm</a:t>
            </a:r>
            <a:endParaRPr lang="en-US" altLang="en-GB" b="1">
              <a:sym typeface="+mn-ea"/>
            </a:endParaRPr>
          </a:p>
        </p:txBody>
      </p:sp>
      <p:sp>
        <p:nvSpPr>
          <p:cNvPr id="610" name="Google Shape;610;p61"/>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39" name="Image 39"/>
          <p:cNvPicPr/>
          <p:nvPr/>
        </p:nvPicPr>
        <p:blipFill>
          <a:blip r:embed="rId1" cstate="print"/>
          <a:stretch>
            <a:fillRect/>
          </a:stretch>
        </p:blipFill>
        <p:spPr>
          <a:xfrm>
            <a:off x="2493010" y="52070"/>
            <a:ext cx="6626225" cy="5041265"/>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604" name="Shape 604"/>
        <p:cNvGrpSpPr/>
        <p:nvPr/>
      </p:nvGrpSpPr>
      <p:grpSpPr>
        <a:xfrm>
          <a:off x="0" y="0"/>
          <a:ext cx="0" cy="0"/>
          <a:chOff x="0" y="0"/>
          <a:chExt cx="0" cy="0"/>
        </a:xfrm>
      </p:grpSpPr>
      <p:sp>
        <p:nvSpPr>
          <p:cNvPr id="608" name="Google Shape;608;p61"/>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 name="Google Shape;609;p61"/>
          <p:cNvSpPr txBox="1"/>
          <p:nvPr>
            <p:ph type="title"/>
          </p:nvPr>
        </p:nvSpPr>
        <p:spPr>
          <a:xfrm>
            <a:off x="25400" y="78740"/>
            <a:ext cx="2259965" cy="504380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sym typeface="+mn-ea"/>
              </a:rPr>
              <a:t>Biểu đồ tuần tự quản lý phỏng vấn</a:t>
            </a:r>
            <a:endParaRPr lang="en-US" altLang="en-GB" b="1">
              <a:sym typeface="+mn-ea"/>
            </a:endParaRPr>
          </a:p>
        </p:txBody>
      </p:sp>
      <p:sp>
        <p:nvSpPr>
          <p:cNvPr id="610" name="Google Shape;610;p61"/>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40" name="Image 40" descr="A diagram of a computer program&#10;&#10;Description automatically generated with medium confidence"/>
          <p:cNvPicPr/>
          <p:nvPr/>
        </p:nvPicPr>
        <p:blipFill>
          <a:blip r:embed="rId1" cstate="print"/>
          <a:stretch>
            <a:fillRect/>
          </a:stretch>
        </p:blipFill>
        <p:spPr>
          <a:xfrm>
            <a:off x="2530475" y="78740"/>
            <a:ext cx="6517005" cy="4962525"/>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604" name="Shape 604"/>
        <p:cNvGrpSpPr/>
        <p:nvPr/>
      </p:nvGrpSpPr>
      <p:grpSpPr>
        <a:xfrm>
          <a:off x="0" y="0"/>
          <a:ext cx="0" cy="0"/>
          <a:chOff x="0" y="0"/>
          <a:chExt cx="0" cy="0"/>
        </a:xfrm>
      </p:grpSpPr>
      <p:sp>
        <p:nvSpPr>
          <p:cNvPr id="608" name="Google Shape;608;p61"/>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 name="Google Shape;609;p61"/>
          <p:cNvSpPr txBox="1"/>
          <p:nvPr>
            <p:ph type="title"/>
          </p:nvPr>
        </p:nvSpPr>
        <p:spPr>
          <a:xfrm>
            <a:off x="25400" y="78740"/>
            <a:ext cx="2259965" cy="504380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b="1">
                <a:sym typeface="+mn-ea"/>
              </a:rPr>
              <a:t>Biểu đồ tuần tự quản lý hợp đồng</a:t>
            </a:r>
            <a:endParaRPr lang="en-US" altLang="en-GB" b="1">
              <a:sym typeface="+mn-ea"/>
            </a:endParaRPr>
          </a:p>
        </p:txBody>
      </p:sp>
      <p:sp>
        <p:nvSpPr>
          <p:cNvPr id="610" name="Google Shape;610;p61"/>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41" name="Image 41" descr="A diagram of a computer program&#10;&#10;Description automatically generated with medium confidence"/>
          <p:cNvPicPr/>
          <p:nvPr/>
        </p:nvPicPr>
        <p:blipFill>
          <a:blip r:embed="rId1" cstate="print"/>
          <a:stretch>
            <a:fillRect/>
          </a:stretch>
        </p:blipFill>
        <p:spPr>
          <a:xfrm>
            <a:off x="2272030" y="52070"/>
            <a:ext cx="6775450" cy="499554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662" name="Shape 662"/>
        <p:cNvGrpSpPr/>
        <p:nvPr/>
      </p:nvGrpSpPr>
      <p:grpSpPr>
        <a:xfrm>
          <a:off x="0" y="0"/>
          <a:ext cx="0" cy="0"/>
          <a:chOff x="0" y="0"/>
          <a:chExt cx="0" cy="0"/>
        </a:xfrm>
      </p:grpSpPr>
      <p:sp>
        <p:nvSpPr>
          <p:cNvPr id="663" name="Google Shape;663;p67"/>
          <p:cNvSpPr txBox="1"/>
          <p:nvPr>
            <p:ph type="title"/>
          </p:nvPr>
        </p:nvSpPr>
        <p:spPr>
          <a:xfrm>
            <a:off x="716280" y="2117090"/>
            <a:ext cx="5994400" cy="10426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ltLang="en-GB" b="1" dirty="0">
                <a:latin typeface="Calibri" panose="020F0502020204030204" charset="0"/>
                <a:cs typeface="Calibri" panose="020F0502020204030204" charset="0"/>
                <a:sym typeface="+mn-ea"/>
              </a:rPr>
              <a:t>Demo chương trình</a:t>
            </a:r>
            <a:endParaRPr lang="en-US" altLang="en-GB" b="1" dirty="0">
              <a:latin typeface="Calibri" panose="020F0502020204030204" charset="0"/>
              <a:cs typeface="Calibri" panose="020F0502020204030204" charset="0"/>
              <a:sym typeface="+mn-ea"/>
            </a:endParaRPr>
          </a:p>
        </p:txBody>
      </p:sp>
      <p:sp>
        <p:nvSpPr>
          <p:cNvPr id="665" name="Google Shape;665;p67"/>
          <p:cNvSpPr txBox="1"/>
          <p:nvPr>
            <p:ph type="title" idx="2"/>
          </p:nvPr>
        </p:nvSpPr>
        <p:spPr>
          <a:xfrm>
            <a:off x="723265" y="1304925"/>
            <a:ext cx="1497965" cy="87884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0</a:t>
            </a:r>
            <a:r>
              <a:rPr lang="en-US" altLang="en-GB"/>
              <a:t>5</a:t>
            </a:r>
            <a:endParaRPr lang="en-US" alt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63"/>
                                        </p:tgtEl>
                                        <p:attrNameLst>
                                          <p:attrName>style.visibility</p:attrName>
                                        </p:attrNameLst>
                                      </p:cBhvr>
                                      <p:to>
                                        <p:strVal val="visible"/>
                                      </p:to>
                                    </p:set>
                                    <p:anim calcmode="lin" valueType="num">
                                      <p:cBhvr additive="base">
                                        <p:cTn id="7" dur="1000"/>
                                        <p:tgtEl>
                                          <p:spTgt spid="663"/>
                                        </p:tgtEl>
                                        <p:attrNameLst>
                                          <p:attrName>ppt_x</p:attrName>
                                        </p:attrNameLst>
                                      </p:cBhvr>
                                      <p:tavLst>
                                        <p:tav tm="0" fmla="">
                                          <p:val>
                                            <p:strVal val="#ppt_x-1"/>
                                          </p:val>
                                        </p:tav>
                                        <p:tav tm="100000" fmla="">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665"/>
                                        </p:tgtEl>
                                        <p:attrNameLst>
                                          <p:attrName>style.visibility</p:attrName>
                                        </p:attrNameLst>
                                      </p:cBhvr>
                                      <p:to>
                                        <p:strVal val="visible"/>
                                      </p:to>
                                    </p:set>
                                    <p:anim calcmode="lin" valueType="num">
                                      <p:cBhvr additive="base">
                                        <p:cTn id="10" dur="1000"/>
                                        <p:tgtEl>
                                          <p:spTgt spid="665"/>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662" name="Shape 662"/>
        <p:cNvGrpSpPr/>
        <p:nvPr/>
      </p:nvGrpSpPr>
      <p:grpSpPr>
        <a:xfrm>
          <a:off x="0" y="0"/>
          <a:ext cx="0" cy="0"/>
          <a:chOff x="0" y="0"/>
          <a:chExt cx="0" cy="0"/>
        </a:xfrm>
      </p:grpSpPr>
      <p:sp>
        <p:nvSpPr>
          <p:cNvPr id="663" name="Google Shape;663;p67"/>
          <p:cNvSpPr txBox="1"/>
          <p:nvPr>
            <p:ph type="title"/>
          </p:nvPr>
        </p:nvSpPr>
        <p:spPr>
          <a:xfrm>
            <a:off x="716280" y="2691130"/>
            <a:ext cx="7605395" cy="10426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ltLang="en-GB" b="1" dirty="0">
                <a:latin typeface="Calibri" panose="020F0502020204030204" charset="0"/>
                <a:cs typeface="Calibri" panose="020F0502020204030204" charset="0"/>
                <a:sym typeface="+mn-ea"/>
              </a:rPr>
              <a:t>Kết quả đạt được và hướng phát triển</a:t>
            </a:r>
            <a:endParaRPr lang="en-US" altLang="en-GB" b="1" dirty="0">
              <a:latin typeface="Calibri" panose="020F0502020204030204" charset="0"/>
              <a:cs typeface="Calibri" panose="020F0502020204030204" charset="0"/>
              <a:sym typeface="+mn-ea"/>
            </a:endParaRPr>
          </a:p>
        </p:txBody>
      </p:sp>
      <p:sp>
        <p:nvSpPr>
          <p:cNvPr id="665" name="Google Shape;665;p67"/>
          <p:cNvSpPr txBox="1"/>
          <p:nvPr>
            <p:ph type="title" idx="2"/>
          </p:nvPr>
        </p:nvSpPr>
        <p:spPr>
          <a:xfrm>
            <a:off x="723265" y="1304925"/>
            <a:ext cx="1497965" cy="87884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0</a:t>
            </a:r>
            <a:r>
              <a:rPr lang="en-US" altLang="en-GB"/>
              <a:t>6</a:t>
            </a:r>
            <a:endParaRPr lang="en-US" alt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63"/>
                                        </p:tgtEl>
                                        <p:attrNameLst>
                                          <p:attrName>style.visibility</p:attrName>
                                        </p:attrNameLst>
                                      </p:cBhvr>
                                      <p:to>
                                        <p:strVal val="visible"/>
                                      </p:to>
                                    </p:set>
                                    <p:anim calcmode="lin" valueType="num">
                                      <p:cBhvr additive="base">
                                        <p:cTn id="7" dur="1000"/>
                                        <p:tgtEl>
                                          <p:spTgt spid="663"/>
                                        </p:tgtEl>
                                        <p:attrNameLst>
                                          <p:attrName>ppt_x</p:attrName>
                                        </p:attrNameLst>
                                      </p:cBhvr>
                                      <p:tavLst>
                                        <p:tav tm="0" fmla="">
                                          <p:val>
                                            <p:strVal val="#ppt_x-1"/>
                                          </p:val>
                                        </p:tav>
                                        <p:tav tm="100000" fmla="">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665"/>
                                        </p:tgtEl>
                                        <p:attrNameLst>
                                          <p:attrName>style.visibility</p:attrName>
                                        </p:attrNameLst>
                                      </p:cBhvr>
                                      <p:to>
                                        <p:strVal val="visible"/>
                                      </p:to>
                                    </p:set>
                                    <p:anim calcmode="lin" valueType="num">
                                      <p:cBhvr additive="base">
                                        <p:cTn id="10" dur="1000"/>
                                        <p:tgtEl>
                                          <p:spTgt spid="665"/>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742" name="Shape 742"/>
        <p:cNvGrpSpPr/>
        <p:nvPr/>
      </p:nvGrpSpPr>
      <p:grpSpPr>
        <a:xfrm>
          <a:off x="0" y="0"/>
          <a:ext cx="0" cy="0"/>
          <a:chOff x="0" y="0"/>
          <a:chExt cx="0" cy="0"/>
        </a:xfrm>
      </p:grpSpPr>
      <p:sp>
        <p:nvSpPr>
          <p:cNvPr id="609" name="Google Shape;609;p61"/>
          <p:cNvSpPr txBox="1"/>
          <p:nvPr/>
        </p:nvSpPr>
        <p:spPr>
          <a:xfrm>
            <a:off x="719925" y="78925"/>
            <a:ext cx="7704000" cy="6579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b="1">
                <a:sym typeface="+mn-ea"/>
              </a:rPr>
              <a:t>Kết quả đạt được</a:t>
            </a:r>
            <a:endParaRPr lang="en-US" altLang="en-GB" b="1">
              <a:sym typeface="+mn-ea"/>
            </a:endParaRPr>
          </a:p>
        </p:txBody>
      </p:sp>
      <p:sp>
        <p:nvSpPr>
          <p:cNvPr id="6" name="TextBox 2"/>
          <p:cNvSpPr txBox="1"/>
          <p:nvPr/>
        </p:nvSpPr>
        <p:spPr>
          <a:xfrm>
            <a:off x="452005" y="986091"/>
            <a:ext cx="8491104" cy="3415030"/>
          </a:xfrm>
          <a:prstGeom prst="rect">
            <a:avLst/>
          </a:prstGeom>
          <a:noFill/>
        </p:spPr>
        <p:txBody>
          <a:bodyPr wrap="square">
            <a:spAutoFit/>
          </a:bodyPr>
          <a:p>
            <a:pPr marL="285750" lvl="0" indent="-285750">
              <a:buFont typeface="Wingdings" panose="05000000000000000000" pitchFamily="2" charset="2"/>
              <a:buChar char="v"/>
            </a:pPr>
            <a:r>
              <a:rPr lang="vi-VN" sz="1800" dirty="0"/>
              <a:t>Tìm hiểu nội dung yêu cầu bài toán và các ứng dụng</a:t>
            </a:r>
            <a:endParaRPr lang="en-US" sz="1800" dirty="0"/>
          </a:p>
          <a:p>
            <a:pPr marL="285750" lvl="0" indent="-285750">
              <a:buFont typeface="Wingdings" panose="05000000000000000000" pitchFamily="2" charset="2"/>
              <a:buChar char="v"/>
            </a:pPr>
            <a:r>
              <a:rPr lang="vi-VN" sz="1800" dirty="0"/>
              <a:t>Nắm bắt kỹ năng phân tích thiết kế hướng đối tượng với UML, tìm hiểu công nghệ phát triển web.</a:t>
            </a:r>
            <a:endParaRPr lang="en-US" sz="1800" dirty="0"/>
          </a:p>
          <a:p>
            <a:pPr marL="285750" lvl="0" indent="-285750">
              <a:buFont typeface="Wingdings" panose="05000000000000000000" pitchFamily="2" charset="2"/>
              <a:buChar char="v"/>
            </a:pPr>
            <a:r>
              <a:rPr lang="vi-VN" sz="1800" dirty="0"/>
              <a:t>Về mặt chức năng, hệ thống hỗ trợ các tính năng cơ bản trong việc giúp ứng</a:t>
            </a:r>
            <a:r>
              <a:rPr lang="en-US" altLang="vi-VN" sz="1800" dirty="0"/>
              <a:t> viên thuận thiện trong việc tìm kiếm các việc làm phù hợp</a:t>
            </a:r>
            <a:r>
              <a:rPr lang="vi-VN" sz="1800" dirty="0"/>
              <a:t>. Đối với web quản lý giúp quản trị viên dễ dàng quản lý thông tin</a:t>
            </a:r>
            <a:r>
              <a:rPr lang="en-US" altLang="vi-VN" sz="1800" dirty="0"/>
              <a:t> cũng như quy trình tuyển dụng</a:t>
            </a:r>
            <a:r>
              <a:rPr lang="vi-VN" sz="1800" dirty="0"/>
              <a:t>.</a:t>
            </a:r>
            <a:endParaRPr lang="en-US" sz="1800" dirty="0"/>
          </a:p>
          <a:p>
            <a:pPr marL="285750" lvl="0" indent="-285750">
              <a:buFont typeface="Wingdings" panose="05000000000000000000" pitchFamily="2" charset="2"/>
              <a:buChar char="v"/>
            </a:pPr>
            <a:r>
              <a:rPr lang="vi-VN" sz="1800" dirty="0"/>
              <a:t>Tuy nhiên, còn nhiều chức năng chương trình còn chưa hoàn thiện, giao diện chưa đẹp, các giao diện còn chưa tường minh.</a:t>
            </a:r>
            <a:endParaRPr lang="en-US" sz="1800" dirty="0"/>
          </a:p>
          <a:p>
            <a:pPr marL="285750" lvl="0" indent="-285750">
              <a:buFont typeface="Wingdings" panose="05000000000000000000" pitchFamily="2" charset="2"/>
              <a:buChar char="v"/>
            </a:pPr>
            <a:r>
              <a:rPr lang="vi-VN" sz="1800" dirty="0"/>
              <a:t>Quy trình </a:t>
            </a:r>
            <a:r>
              <a:rPr lang="en-US" altLang="vi-VN" sz="1800" dirty="0"/>
              <a:t>tuyển trụng, lập lịch phỏng vấn, tạo hợp đồng</a:t>
            </a:r>
            <a:endParaRPr lang="en-US" altLang="vi-VN" sz="1800" dirty="0"/>
          </a:p>
          <a:p>
            <a:pPr marL="285750" indent="-285750">
              <a:buFont typeface="Wingdings" panose="05000000000000000000" pitchFamily="2" charset="2"/>
              <a:buChar char="v"/>
            </a:pPr>
            <a:r>
              <a:rPr lang="vi-VN" sz="1800" dirty="0"/>
              <a:t>Kỹ năng quản lý công việc</a:t>
            </a:r>
            <a:r>
              <a:rPr lang="en-US" altLang="vi-VN" sz="1800" dirty="0"/>
              <a:t> và quản lý thời gian</a:t>
            </a:r>
            <a:r>
              <a:rPr lang="vi-VN" sz="1800" dirty="0"/>
              <a:t>.</a:t>
            </a:r>
            <a:endParaRPr lang="en-US" sz="1800" dirty="0"/>
          </a:p>
          <a:p>
            <a:pPr marL="285750" indent="-285750">
              <a:buFont typeface="Wingdings" panose="05000000000000000000" pitchFamily="2" charset="2"/>
              <a:buChar char="v"/>
            </a:pPr>
            <a:r>
              <a:rPr lang="vi-VN" sz="1800" dirty="0"/>
              <a:t>Kỹ năng tìm hiểu vấn đề thực tại và phân tích yêu cầu nghiệp vụ.</a:t>
            </a:r>
            <a:endParaRPr lang="en-US" sz="1800" dirty="0"/>
          </a:p>
          <a:p>
            <a:pPr marL="285750" indent="-285750">
              <a:buFont typeface="Wingdings" panose="05000000000000000000" pitchFamily="2" charset="2"/>
              <a:buChar char="v"/>
            </a:pPr>
            <a:r>
              <a:rPr lang="vi-VN" sz="1800" dirty="0"/>
              <a:t>Các mô hình cấu trúc trong lập trình.</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500"/>
                                        <p:tgtEl>
                                          <p:spTgt spid="6">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fade">
                                      <p:cBhvr>
                                        <p:cTn id="16" dur="500"/>
                                        <p:tgtEl>
                                          <p:spTgt spid="6">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Effect transition="in" filter="fade">
                                      <p:cBhvr>
                                        <p:cTn id="19" dur="500"/>
                                        <p:tgtEl>
                                          <p:spTgt spid="6">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fade">
                                      <p:cBhvr>
                                        <p:cTn id="22" dur="500"/>
                                        <p:tgtEl>
                                          <p:spTgt spid="6">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animEffect transition="in" filter="fade">
                                      <p:cBhvr>
                                        <p:cTn id="25" dur="500"/>
                                        <p:tgtEl>
                                          <p:spTgt spid="6">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6">
                                            <p:txEl>
                                              <p:pRg st="7" end="7"/>
                                            </p:txEl>
                                          </p:spTgt>
                                        </p:tgtEl>
                                        <p:attrNameLst>
                                          <p:attrName>style.visibility</p:attrName>
                                        </p:attrNameLst>
                                      </p:cBhvr>
                                      <p:to>
                                        <p:strVal val="visible"/>
                                      </p:to>
                                    </p:set>
                                    <p:animEffect transition="in" filter="fade">
                                      <p:cBhvr>
                                        <p:cTn id="28"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742" name="Shape 742"/>
        <p:cNvGrpSpPr/>
        <p:nvPr/>
      </p:nvGrpSpPr>
      <p:grpSpPr>
        <a:xfrm>
          <a:off x="0" y="0"/>
          <a:ext cx="0" cy="0"/>
          <a:chOff x="0" y="0"/>
          <a:chExt cx="0" cy="0"/>
        </a:xfrm>
      </p:grpSpPr>
      <p:sp>
        <p:nvSpPr>
          <p:cNvPr id="609" name="Google Shape;609;p61"/>
          <p:cNvSpPr txBox="1"/>
          <p:nvPr/>
        </p:nvSpPr>
        <p:spPr>
          <a:xfrm>
            <a:off x="719925" y="78925"/>
            <a:ext cx="7704000" cy="6579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Kulim Park"/>
              <a:buNone/>
              <a:defRPr sz="3000" b="0" i="0" u="none" strike="noStrike" cap="none">
                <a:solidFill>
                  <a:schemeClr val="dk1"/>
                </a:solidFill>
                <a:latin typeface="Kulim Park"/>
                <a:ea typeface="Kulim Park"/>
                <a:cs typeface="Kulim Park"/>
                <a:sym typeface="Kulim Park"/>
              </a:defRPr>
            </a:lvl1pPr>
            <a:lvl2pPr marR="0" lvl="1"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2pPr>
            <a:lvl3pPr marR="0" lvl="2"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3pPr>
            <a:lvl4pPr marR="0" lvl="3"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4pPr>
            <a:lvl5pPr marR="0" lvl="4"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5pPr>
            <a:lvl6pPr marR="0" lvl="5"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6pPr>
            <a:lvl7pPr marR="0" lvl="6"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7pPr>
            <a:lvl8pPr marR="0" lvl="7"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8pPr>
            <a:lvl9pPr marR="0" lvl="8" algn="l" rtl="0">
              <a:lnSpc>
                <a:spcPct val="100000"/>
              </a:lnSpc>
              <a:spcBef>
                <a:spcPts val="0"/>
              </a:spcBef>
              <a:spcAft>
                <a:spcPts val="0"/>
              </a:spcAft>
              <a:buClr>
                <a:schemeClr val="dk1"/>
              </a:buClr>
              <a:buSzPts val="3500"/>
              <a:buFont typeface="Kulim Park"/>
              <a:buNone/>
              <a:defRPr sz="3500" b="0" i="0" u="none" strike="noStrike" cap="none">
                <a:solidFill>
                  <a:schemeClr val="dk1"/>
                </a:solidFill>
                <a:latin typeface="Kulim Park"/>
                <a:ea typeface="Kulim Park"/>
                <a:cs typeface="Kulim Park"/>
                <a:sym typeface="Kulim Park"/>
              </a:defRPr>
            </a:lvl9pPr>
          </a:lstStyle>
          <a:p>
            <a:pPr marL="0" lvl="0" indent="0" algn="ctr" rtl="0">
              <a:spcBef>
                <a:spcPts val="0"/>
              </a:spcBef>
              <a:spcAft>
                <a:spcPts val="0"/>
              </a:spcAft>
              <a:buNone/>
            </a:pPr>
            <a:r>
              <a:rPr lang="en-US" altLang="en-GB" b="1">
                <a:sym typeface="+mn-ea"/>
              </a:rPr>
              <a:t>Hướng phát triển</a:t>
            </a:r>
            <a:endParaRPr lang="en-US" altLang="en-GB" b="1">
              <a:sym typeface="+mn-ea"/>
            </a:endParaRPr>
          </a:p>
        </p:txBody>
      </p:sp>
      <p:sp>
        <p:nvSpPr>
          <p:cNvPr id="6" name="TextBox 2"/>
          <p:cNvSpPr txBox="1"/>
          <p:nvPr/>
        </p:nvSpPr>
        <p:spPr>
          <a:xfrm>
            <a:off x="452005" y="986091"/>
            <a:ext cx="8491104" cy="3031490"/>
          </a:xfrm>
          <a:prstGeom prst="rect">
            <a:avLst/>
          </a:prstGeom>
          <a:noFill/>
        </p:spPr>
        <p:txBody>
          <a:bodyPr wrap="square">
            <a:spAutoFit/>
          </a:bodyPr>
          <a:p>
            <a:pPr marL="342900" marR="0" lvl="0" indent="-342900" algn="just">
              <a:lnSpc>
                <a:spcPct val="120000"/>
              </a:lnSpc>
              <a:spcBef>
                <a:spcPts val="600"/>
              </a:spcBef>
              <a:spcAft>
                <a:spcPts val="600"/>
              </a:spcAft>
              <a:buFont typeface="Wingdings" panose="05000000000000000000" pitchFamily="2" charset="2"/>
              <a:buChar char="v"/>
            </a:pPr>
            <a:r>
              <a:rPr lang="en-US" sz="1800" dirty="0" err="1">
                <a:effectLst/>
                <a:latin typeface="Calibri" panose="020F0502020204030204" charset="0"/>
                <a:ea typeface="Noto Sans Symbols"/>
                <a:cs typeface="Calibri" panose="020F0502020204030204" charset="0"/>
                <a:sym typeface="+mn-ea"/>
              </a:rPr>
              <a:t>Phát</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triển</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các</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tính</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năng</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còn</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thiếu</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như</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import job từ file excel,  tạo CV cho ứng viên</a:t>
            </a:r>
            <a:endParaRPr lang="en-US" sz="1800" dirty="0" err="1">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err="1">
                <a:effectLst/>
                <a:latin typeface="Calibri" panose="020F0502020204030204" charset="0"/>
                <a:ea typeface="Noto Sans Symbols"/>
                <a:cs typeface="Calibri" panose="020F0502020204030204" charset="0"/>
                <a:sym typeface="+mn-ea"/>
              </a:rPr>
              <a:t>Phát</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triển</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một</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ứng</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dụng</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trên</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nền</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tảng</a:t>
            </a:r>
            <a:r>
              <a:rPr lang="en-US" sz="1800" dirty="0">
                <a:effectLst/>
                <a:latin typeface="Calibri" panose="020F0502020204030204" charset="0"/>
                <a:ea typeface="Noto Sans Symbols"/>
                <a:cs typeface="Calibri" panose="020F0502020204030204" charset="0"/>
                <a:sym typeface="+mn-ea"/>
              </a:rPr>
              <a:t> di </a:t>
            </a:r>
            <a:r>
              <a:rPr lang="en-US" sz="1800" dirty="0" err="1">
                <a:effectLst/>
                <a:latin typeface="Calibri" panose="020F0502020204030204" charset="0"/>
                <a:ea typeface="Noto Sans Symbols"/>
                <a:cs typeface="Calibri" panose="020F0502020204030204" charset="0"/>
                <a:sym typeface="+mn-ea"/>
              </a:rPr>
              <a:t>động</a:t>
            </a:r>
            <a:r>
              <a:rPr lang="en-US" sz="1800" dirty="0">
                <a:effectLst/>
                <a:latin typeface="Calibri" panose="020F0502020204030204" charset="0"/>
                <a:ea typeface="Noto Sans Symbols"/>
                <a:cs typeface="Calibri" panose="020F0502020204030204" charset="0"/>
                <a:sym typeface="+mn-ea"/>
              </a:rPr>
              <a:t> (android, </a:t>
            </a:r>
            <a:r>
              <a:rPr lang="en-US" sz="1800" dirty="0" err="1">
                <a:effectLst/>
                <a:latin typeface="Calibri" panose="020F0502020204030204" charset="0"/>
                <a:ea typeface="Noto Sans Symbols"/>
                <a:cs typeface="Calibri" panose="020F0502020204030204" charset="0"/>
                <a:sym typeface="+mn-ea"/>
              </a:rPr>
              <a:t>ios</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để</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nâng</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cao</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trải</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nghiệm</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của</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người dùng</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phục</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vụ</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nhu</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cầu</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sử</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dụng</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ứng</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dụng</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trên</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thiết</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bị</a:t>
            </a:r>
            <a:r>
              <a:rPr lang="en-US" sz="1800" dirty="0">
                <a:effectLst/>
                <a:latin typeface="Calibri" panose="020F0502020204030204" charset="0"/>
                <a:ea typeface="Noto Sans Symbols"/>
                <a:cs typeface="Calibri" panose="020F0502020204030204" charset="0"/>
                <a:sym typeface="+mn-ea"/>
              </a:rPr>
              <a:t> di </a:t>
            </a:r>
            <a:r>
              <a:rPr lang="en-US" sz="1800" dirty="0" err="1">
                <a:effectLst/>
                <a:latin typeface="Calibri" panose="020F0502020204030204" charset="0"/>
                <a:ea typeface="Noto Sans Symbols"/>
                <a:cs typeface="Calibri" panose="020F0502020204030204" charset="0"/>
                <a:sym typeface="+mn-ea"/>
              </a:rPr>
              <a:t>động</a:t>
            </a:r>
            <a:r>
              <a:rPr lang="en-US" sz="1800" dirty="0">
                <a:effectLst/>
                <a:latin typeface="Calibri" panose="020F0502020204030204" charset="0"/>
                <a:ea typeface="Noto Sans Symbols"/>
                <a:cs typeface="Calibri" panose="020F0502020204030204" charset="0"/>
                <a:sym typeface="+mn-ea"/>
              </a:rPr>
              <a:t>.</a:t>
            </a:r>
            <a:endParaRPr lang="en-US" sz="1800" dirty="0">
              <a:effectLst/>
              <a:latin typeface="Calibri" panose="020F0502020204030204" charset="0"/>
              <a:ea typeface="Noto Sans Symbols"/>
              <a:cs typeface="Calibri" panose="020F0502020204030204" charset="0"/>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err="1">
                <a:effectLst/>
                <a:latin typeface="Calibri" panose="020F0502020204030204" charset="0"/>
                <a:ea typeface="Noto Sans Symbols"/>
                <a:cs typeface="Calibri" panose="020F0502020204030204" charset="0"/>
                <a:sym typeface="+mn-ea"/>
              </a:rPr>
              <a:t>Phát</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triển</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hệ thống theo hướng Web API</a:t>
            </a:r>
            <a:r>
              <a:rPr lang="en-US" sz="1800" dirty="0">
                <a:effectLst/>
                <a:latin typeface="Calibri" panose="020F0502020204030204" charset="0"/>
                <a:ea typeface="Noto Sans Symbols"/>
                <a:cs typeface="Calibri" panose="020F0502020204030204" charset="0"/>
                <a:sym typeface="+mn-ea"/>
              </a:rPr>
              <a:t>.</a:t>
            </a:r>
            <a:endParaRPr lang="en-US" sz="1800" dirty="0">
              <a:effectLst/>
              <a:latin typeface="Calibri" panose="020F0502020204030204" charset="0"/>
              <a:ea typeface="Noto Sans Symbols"/>
              <a:cs typeface="Calibri" panose="020F0502020204030204" charset="0"/>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err="1">
                <a:effectLst/>
                <a:latin typeface="Calibri" panose="020F0502020204030204" charset="0"/>
                <a:ea typeface="Noto Sans Symbols"/>
                <a:cs typeface="Calibri" panose="020F0502020204030204" charset="0"/>
                <a:sym typeface="+mn-ea"/>
              </a:rPr>
              <a:t>Phát</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triển</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chức</a:t>
            </a:r>
            <a:r>
              <a:rPr lang="en-US" sz="1800" dirty="0">
                <a:effectLst/>
                <a:latin typeface="Calibri" panose="020F0502020204030204" charset="0"/>
                <a:ea typeface="Noto Sans Symbols"/>
                <a:cs typeface="Calibri" panose="020F0502020204030204" charset="0"/>
                <a:sym typeface="+mn-ea"/>
              </a:rPr>
              <a:t> </a:t>
            </a:r>
            <a:r>
              <a:rPr lang="en-US" sz="1800" dirty="0" err="1">
                <a:effectLst/>
                <a:latin typeface="Calibri" panose="020F0502020204030204" charset="0"/>
                <a:ea typeface="Noto Sans Symbols"/>
                <a:cs typeface="Calibri" panose="020F0502020204030204" charset="0"/>
                <a:sym typeface="+mn-ea"/>
              </a:rPr>
              <a:t>năng</a:t>
            </a:r>
            <a:r>
              <a:rPr lang="en-US" sz="1800" dirty="0">
                <a:effectLst/>
                <a:latin typeface="Calibri" panose="020F0502020204030204" charset="0"/>
                <a:ea typeface="Noto Sans Symbols"/>
                <a:cs typeface="Calibri" panose="020F0502020204030204" charset="0"/>
                <a:sym typeface="+mn-ea"/>
              </a:rPr>
              <a:t> cho phép nhận các  hồ sơ CV từ bên thứ ba nhằm gia tăng cơ hội tuyển dụng tìm kiếm ứng viên phù hợp.</a:t>
            </a:r>
            <a:endParaRPr lang="en-US" sz="1800" dirty="0">
              <a:effectLst/>
              <a:latin typeface="Calibri" panose="020F0502020204030204" charset="0"/>
              <a:ea typeface="Noto Sans Symbols"/>
              <a:cs typeface="Calibri" panose="020F0502020204030204" charset="0"/>
              <a:sym typeface="+mn-ea"/>
            </a:endParaRPr>
          </a:p>
          <a:p>
            <a:pPr marL="342900" marR="0" lvl="0" indent="-342900" algn="just">
              <a:lnSpc>
                <a:spcPct val="120000"/>
              </a:lnSpc>
              <a:spcBef>
                <a:spcPts val="600"/>
              </a:spcBef>
              <a:spcAft>
                <a:spcPts val="600"/>
              </a:spcAft>
              <a:buFont typeface="Wingdings" panose="05000000000000000000" pitchFamily="2" charset="2"/>
              <a:buChar char="v"/>
            </a:pPr>
            <a:r>
              <a:rPr lang="en-US" sz="1800" dirty="0">
                <a:effectLst/>
                <a:latin typeface="Calibri" panose="020F0502020204030204" charset="0"/>
                <a:ea typeface="Noto Sans Symbols"/>
                <a:cs typeface="Calibri" panose="020F0502020204030204" charset="0"/>
                <a:sym typeface="+mn-ea"/>
              </a:rPr>
              <a:t>Phát triển thêm các công cụ tiện ích như tính thuế, tính lãi suất kép, tính lương...</a:t>
            </a:r>
            <a:endParaRPr lang="en-US" sz="1800" dirty="0">
              <a:effectLst/>
              <a:latin typeface="Calibri" panose="020F0502020204030204" charset="0"/>
              <a:ea typeface="Noto Sans Symbols"/>
              <a:cs typeface="Calibri" panose="020F0502020204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500"/>
                                        <p:tgtEl>
                                          <p:spTgt spid="6">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fade">
                                      <p:cBhvr>
                                        <p:cTn id="16" dur="500"/>
                                        <p:tgtEl>
                                          <p:spTgt spid="6">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Effect transition="in" filter="fade">
                                      <p:cBhvr>
                                        <p:cTn id="19"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559" name="Shape 1559"/>
        <p:cNvGrpSpPr/>
        <p:nvPr/>
      </p:nvGrpSpPr>
      <p:grpSpPr>
        <a:xfrm>
          <a:off x="0" y="0"/>
          <a:ext cx="0" cy="0"/>
          <a:chOff x="0" y="0"/>
          <a:chExt cx="0" cy="0"/>
        </a:xfrm>
      </p:grpSpPr>
      <p:sp>
        <p:nvSpPr>
          <p:cNvPr id="1561" name="Google Shape;1561;p116"/>
          <p:cNvSpPr txBox="1"/>
          <p:nvPr>
            <p:ph type="title"/>
          </p:nvPr>
        </p:nvSpPr>
        <p:spPr>
          <a:xfrm>
            <a:off x="1276350" y="438785"/>
            <a:ext cx="6590665" cy="236537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5000" b="1" dirty="0">
                <a:sym typeface="+mn-ea"/>
              </a:rPr>
              <a:t>CÁM ƠN </a:t>
            </a:r>
            <a:br>
              <a:rPr lang="en-GB" sz="5000" b="1" dirty="0">
                <a:sym typeface="+mn-ea"/>
              </a:rPr>
            </a:br>
            <a:r>
              <a:rPr lang="en-GB" sz="5000" b="1" dirty="0">
                <a:sym typeface="+mn-ea"/>
              </a:rPr>
              <a:t>CÁC THẦY CÔ ĐÃ LẮNG NGHE!</a:t>
            </a:r>
            <a:endParaRPr lang="en-GB" sz="5000" b="1"/>
          </a:p>
        </p:txBody>
      </p:sp>
      <p:sp>
        <p:nvSpPr>
          <p:cNvPr id="1562" name="Google Shape;1562;p116"/>
          <p:cNvSpPr txBox="1"/>
          <p:nvPr/>
        </p:nvSpPr>
        <p:spPr>
          <a:xfrm>
            <a:off x="2903825" y="4654275"/>
            <a:ext cx="3336300" cy="1830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a:solidFill>
                  <a:schemeClr val="dk1"/>
                </a:solidFill>
                <a:latin typeface="Manrope"/>
                <a:ea typeface="Manrope"/>
                <a:cs typeface="Manrope"/>
                <a:sym typeface="Manrope"/>
              </a:rPr>
              <a:t>Please keep this slide for attribution</a:t>
            </a:r>
            <a:endParaRPr>
              <a:solidFill>
                <a:schemeClr val="dk1"/>
              </a:solidFill>
              <a:latin typeface="Manrope"/>
              <a:ea typeface="Manrope"/>
              <a:cs typeface="Manrope"/>
              <a:sym typeface="Manrope"/>
            </a:endParaRPr>
          </a:p>
        </p:txBody>
      </p:sp>
      <p:sp>
        <p:nvSpPr>
          <p:cNvPr id="1563" name="Google Shape;1563;p116"/>
          <p:cNvSpPr/>
          <p:nvPr/>
        </p:nvSpPr>
        <p:spPr>
          <a:xfrm>
            <a:off x="3057275" y="3011869"/>
            <a:ext cx="787910" cy="567612"/>
          </a:xfrm>
          <a:custGeom>
            <a:avLst/>
            <a:gdLst/>
            <a:ahLst/>
            <a:cxnLst/>
            <a:rect l="l" t="t" r="r" b="b"/>
            <a:pathLst>
              <a:path w="18827" h="13563" extrusionOk="0">
                <a:moveTo>
                  <a:pt x="7161" y="0"/>
                </a:moveTo>
                <a:cubicBezTo>
                  <a:pt x="6367" y="0"/>
                  <a:pt x="5745" y="97"/>
                  <a:pt x="5462" y="302"/>
                </a:cubicBezTo>
                <a:cubicBezTo>
                  <a:pt x="5439" y="302"/>
                  <a:pt x="5416" y="302"/>
                  <a:pt x="5393" y="302"/>
                </a:cubicBezTo>
                <a:cubicBezTo>
                  <a:pt x="1116" y="302"/>
                  <a:pt x="1" y="5785"/>
                  <a:pt x="370" y="9035"/>
                </a:cubicBezTo>
                <a:cubicBezTo>
                  <a:pt x="734" y="12239"/>
                  <a:pt x="5348" y="13486"/>
                  <a:pt x="7931" y="13560"/>
                </a:cubicBezTo>
                <a:cubicBezTo>
                  <a:pt x="7975" y="13562"/>
                  <a:pt x="8020" y="13562"/>
                  <a:pt x="8064" y="13562"/>
                </a:cubicBezTo>
                <a:cubicBezTo>
                  <a:pt x="13120" y="13562"/>
                  <a:pt x="18826" y="5169"/>
                  <a:pt x="13911" y="1714"/>
                </a:cubicBezTo>
                <a:cubicBezTo>
                  <a:pt x="12377" y="637"/>
                  <a:pt x="9200" y="0"/>
                  <a:pt x="71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4" name="Google Shape;1564;p116"/>
          <p:cNvSpPr/>
          <p:nvPr/>
        </p:nvSpPr>
        <p:spPr>
          <a:xfrm flipH="1">
            <a:off x="4506862" y="3005975"/>
            <a:ext cx="787910" cy="567679"/>
          </a:xfrm>
          <a:custGeom>
            <a:avLst/>
            <a:gdLst/>
            <a:ahLst/>
            <a:cxnLst/>
            <a:rect l="l" t="t" r="r" b="b"/>
            <a:pathLst>
              <a:path w="18827" h="13563" extrusionOk="0">
                <a:moveTo>
                  <a:pt x="7161" y="0"/>
                </a:moveTo>
                <a:cubicBezTo>
                  <a:pt x="6367" y="0"/>
                  <a:pt x="5745" y="97"/>
                  <a:pt x="5462" y="302"/>
                </a:cubicBezTo>
                <a:cubicBezTo>
                  <a:pt x="5439" y="302"/>
                  <a:pt x="5416" y="302"/>
                  <a:pt x="5393" y="302"/>
                </a:cubicBezTo>
                <a:cubicBezTo>
                  <a:pt x="1116" y="302"/>
                  <a:pt x="1" y="5785"/>
                  <a:pt x="370" y="9035"/>
                </a:cubicBezTo>
                <a:cubicBezTo>
                  <a:pt x="734" y="12239"/>
                  <a:pt x="5348" y="13486"/>
                  <a:pt x="7931" y="13560"/>
                </a:cubicBezTo>
                <a:cubicBezTo>
                  <a:pt x="7975" y="13562"/>
                  <a:pt x="8020" y="13562"/>
                  <a:pt x="8064" y="13562"/>
                </a:cubicBezTo>
                <a:cubicBezTo>
                  <a:pt x="13120" y="13562"/>
                  <a:pt x="18826" y="5169"/>
                  <a:pt x="13911" y="1714"/>
                </a:cubicBezTo>
                <a:cubicBezTo>
                  <a:pt x="12377" y="637"/>
                  <a:pt x="9200" y="0"/>
                  <a:pt x="71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5" name="Google Shape;1565;p116"/>
          <p:cNvSpPr/>
          <p:nvPr/>
        </p:nvSpPr>
        <p:spPr>
          <a:xfrm flipH="1">
            <a:off x="5447962" y="3011836"/>
            <a:ext cx="638859" cy="567644"/>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6" name="Google Shape;1566;p116"/>
          <p:cNvSpPr/>
          <p:nvPr/>
        </p:nvSpPr>
        <p:spPr>
          <a:xfrm>
            <a:off x="3865257" y="3009374"/>
            <a:ext cx="631071" cy="560864"/>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7" name="Google Shape;1567;p116"/>
          <p:cNvSpPr/>
          <p:nvPr/>
        </p:nvSpPr>
        <p:spPr>
          <a:xfrm>
            <a:off x="4079438" y="3201875"/>
            <a:ext cx="212764" cy="175874"/>
          </a:xfrm>
          <a:custGeom>
            <a:avLst/>
            <a:gdLst/>
            <a:ahLst/>
            <a:cxnLst/>
            <a:rect l="l" t="t" r="r" b="b"/>
            <a:pathLst>
              <a:path w="13277" h="10975" extrusionOk="0">
                <a:moveTo>
                  <a:pt x="4037" y="8573"/>
                </a:moveTo>
                <a:cubicBezTo>
                  <a:pt x="2602" y="8540"/>
                  <a:pt x="1735" y="7506"/>
                  <a:pt x="1502" y="6672"/>
                </a:cubicBezTo>
                <a:cubicBezTo>
                  <a:pt x="1902" y="6772"/>
                  <a:pt x="2269" y="6739"/>
                  <a:pt x="2669" y="6639"/>
                </a:cubicBezTo>
                <a:cubicBezTo>
                  <a:pt x="2669" y="6639"/>
                  <a:pt x="2669" y="6639"/>
                  <a:pt x="2702" y="6639"/>
                </a:cubicBezTo>
                <a:cubicBezTo>
                  <a:pt x="1935" y="6472"/>
                  <a:pt x="1335" y="6038"/>
                  <a:pt x="934" y="5371"/>
                </a:cubicBezTo>
                <a:cubicBezTo>
                  <a:pt x="668" y="4938"/>
                  <a:pt x="534" y="4471"/>
                  <a:pt x="534" y="3937"/>
                </a:cubicBezTo>
                <a:cubicBezTo>
                  <a:pt x="901" y="4137"/>
                  <a:pt x="1301" y="4270"/>
                  <a:pt x="1735" y="4270"/>
                </a:cubicBezTo>
                <a:cubicBezTo>
                  <a:pt x="1168" y="3837"/>
                  <a:pt x="768" y="3303"/>
                  <a:pt x="634" y="2603"/>
                </a:cubicBezTo>
                <a:cubicBezTo>
                  <a:pt x="467" y="1902"/>
                  <a:pt x="568" y="1268"/>
                  <a:pt x="901" y="634"/>
                </a:cubicBezTo>
                <a:cubicBezTo>
                  <a:pt x="2402" y="2369"/>
                  <a:pt x="4270" y="3336"/>
                  <a:pt x="6538" y="3470"/>
                </a:cubicBezTo>
                <a:cubicBezTo>
                  <a:pt x="6538" y="3370"/>
                  <a:pt x="6505" y="3270"/>
                  <a:pt x="6505" y="3170"/>
                </a:cubicBezTo>
                <a:cubicBezTo>
                  <a:pt x="6405" y="2536"/>
                  <a:pt x="6538" y="1935"/>
                  <a:pt x="6905" y="1402"/>
                </a:cubicBezTo>
                <a:cubicBezTo>
                  <a:pt x="7339" y="735"/>
                  <a:pt x="7939" y="301"/>
                  <a:pt x="8740" y="167"/>
                </a:cubicBezTo>
                <a:cubicBezTo>
                  <a:pt x="9674" y="1"/>
                  <a:pt x="10475" y="268"/>
                  <a:pt x="11142" y="935"/>
                </a:cubicBezTo>
                <a:cubicBezTo>
                  <a:pt x="11175" y="968"/>
                  <a:pt x="11208" y="968"/>
                  <a:pt x="11275" y="968"/>
                </a:cubicBezTo>
                <a:cubicBezTo>
                  <a:pt x="11842" y="835"/>
                  <a:pt x="12376" y="634"/>
                  <a:pt x="12876" y="368"/>
                </a:cubicBezTo>
                <a:cubicBezTo>
                  <a:pt x="12876" y="334"/>
                  <a:pt x="12910" y="334"/>
                  <a:pt x="12910" y="334"/>
                </a:cubicBezTo>
                <a:lnTo>
                  <a:pt x="12910" y="334"/>
                </a:lnTo>
                <a:cubicBezTo>
                  <a:pt x="12710" y="968"/>
                  <a:pt x="12309" y="1468"/>
                  <a:pt x="11742" y="1835"/>
                </a:cubicBezTo>
                <a:cubicBezTo>
                  <a:pt x="12276" y="1769"/>
                  <a:pt x="12776" y="1635"/>
                  <a:pt x="13277" y="1402"/>
                </a:cubicBezTo>
                <a:lnTo>
                  <a:pt x="13277" y="1435"/>
                </a:lnTo>
                <a:cubicBezTo>
                  <a:pt x="13177" y="1568"/>
                  <a:pt x="13076" y="1702"/>
                  <a:pt x="12976" y="1835"/>
                </a:cubicBezTo>
                <a:cubicBezTo>
                  <a:pt x="12676" y="2202"/>
                  <a:pt x="12343" y="2502"/>
                  <a:pt x="11976" y="2769"/>
                </a:cubicBezTo>
                <a:cubicBezTo>
                  <a:pt x="11942" y="2803"/>
                  <a:pt x="11942" y="2836"/>
                  <a:pt x="11942" y="2869"/>
                </a:cubicBezTo>
                <a:cubicBezTo>
                  <a:pt x="11942" y="3270"/>
                  <a:pt x="11942" y="3670"/>
                  <a:pt x="11876" y="4070"/>
                </a:cubicBezTo>
                <a:cubicBezTo>
                  <a:pt x="11776" y="4938"/>
                  <a:pt x="11542" y="5738"/>
                  <a:pt x="11175" y="6505"/>
                </a:cubicBezTo>
                <a:cubicBezTo>
                  <a:pt x="10808" y="7306"/>
                  <a:pt x="10308" y="8040"/>
                  <a:pt x="9707" y="8674"/>
                </a:cubicBezTo>
                <a:cubicBezTo>
                  <a:pt x="8673" y="9741"/>
                  <a:pt x="7406" y="10441"/>
                  <a:pt x="5971" y="10742"/>
                </a:cubicBezTo>
                <a:cubicBezTo>
                  <a:pt x="5438" y="10875"/>
                  <a:pt x="4937" y="10908"/>
                  <a:pt x="4437" y="10942"/>
                </a:cubicBezTo>
                <a:cubicBezTo>
                  <a:pt x="2869" y="10975"/>
                  <a:pt x="1401" y="10575"/>
                  <a:pt x="67" y="9774"/>
                </a:cubicBezTo>
                <a:cubicBezTo>
                  <a:pt x="34" y="9741"/>
                  <a:pt x="34" y="9741"/>
                  <a:pt x="0" y="9708"/>
                </a:cubicBezTo>
                <a:cubicBezTo>
                  <a:pt x="968" y="9808"/>
                  <a:pt x="1868" y="9708"/>
                  <a:pt x="2736" y="9341"/>
                </a:cubicBezTo>
                <a:cubicBezTo>
                  <a:pt x="3203" y="9141"/>
                  <a:pt x="3636" y="8907"/>
                  <a:pt x="4037" y="8573"/>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568" name="Google Shape;1568;p116"/>
          <p:cNvSpPr/>
          <p:nvPr/>
        </p:nvSpPr>
        <p:spPr>
          <a:xfrm>
            <a:off x="3305469" y="3180488"/>
            <a:ext cx="113874" cy="218645"/>
          </a:xfrm>
          <a:custGeom>
            <a:avLst/>
            <a:gdLst/>
            <a:ahLst/>
            <a:cxnLst/>
            <a:rect l="l" t="t" r="r" b="b"/>
            <a:pathLst>
              <a:path w="7106" h="13644" extrusionOk="0">
                <a:moveTo>
                  <a:pt x="5671" y="2336"/>
                </a:moveTo>
                <a:cubicBezTo>
                  <a:pt x="6071" y="2302"/>
                  <a:pt x="6505" y="2336"/>
                  <a:pt x="6939" y="2336"/>
                </a:cubicBezTo>
                <a:lnTo>
                  <a:pt x="7105" y="2336"/>
                </a:lnTo>
                <a:lnTo>
                  <a:pt x="7105" y="134"/>
                </a:lnTo>
                <a:cubicBezTo>
                  <a:pt x="6872" y="101"/>
                  <a:pt x="6638" y="67"/>
                  <a:pt x="6405" y="67"/>
                </a:cubicBezTo>
                <a:cubicBezTo>
                  <a:pt x="5971" y="34"/>
                  <a:pt x="5538" y="1"/>
                  <a:pt x="5104" y="34"/>
                </a:cubicBezTo>
                <a:cubicBezTo>
                  <a:pt x="4437" y="34"/>
                  <a:pt x="3803" y="201"/>
                  <a:pt x="3269" y="601"/>
                </a:cubicBezTo>
                <a:cubicBezTo>
                  <a:pt x="2635" y="1035"/>
                  <a:pt x="2302" y="1668"/>
                  <a:pt x="2168" y="2436"/>
                </a:cubicBezTo>
                <a:cubicBezTo>
                  <a:pt x="2102" y="2736"/>
                  <a:pt x="2102" y="3069"/>
                  <a:pt x="2102" y="3370"/>
                </a:cubicBezTo>
                <a:cubicBezTo>
                  <a:pt x="2068" y="3870"/>
                  <a:pt x="2068" y="4370"/>
                  <a:pt x="2102" y="4837"/>
                </a:cubicBezTo>
                <a:lnTo>
                  <a:pt x="2102" y="5038"/>
                </a:lnTo>
                <a:lnTo>
                  <a:pt x="0" y="5038"/>
                </a:lnTo>
                <a:lnTo>
                  <a:pt x="0" y="7473"/>
                </a:lnTo>
                <a:lnTo>
                  <a:pt x="2068" y="7473"/>
                </a:lnTo>
                <a:lnTo>
                  <a:pt x="2068" y="13644"/>
                </a:lnTo>
                <a:lnTo>
                  <a:pt x="4637" y="13644"/>
                </a:lnTo>
                <a:lnTo>
                  <a:pt x="4637" y="7506"/>
                </a:lnTo>
                <a:lnTo>
                  <a:pt x="6705" y="7506"/>
                </a:lnTo>
                <a:cubicBezTo>
                  <a:pt x="6805" y="6672"/>
                  <a:pt x="6905" y="5871"/>
                  <a:pt x="7039" y="5038"/>
                </a:cubicBezTo>
                <a:lnTo>
                  <a:pt x="6572" y="5038"/>
                </a:lnTo>
                <a:cubicBezTo>
                  <a:pt x="5971" y="5038"/>
                  <a:pt x="4604" y="5038"/>
                  <a:pt x="4604" y="5038"/>
                </a:cubicBezTo>
                <a:cubicBezTo>
                  <a:pt x="4604" y="5038"/>
                  <a:pt x="4604" y="3803"/>
                  <a:pt x="4637" y="3303"/>
                </a:cubicBezTo>
                <a:cubicBezTo>
                  <a:pt x="4637" y="2569"/>
                  <a:pt x="5071" y="2336"/>
                  <a:pt x="5671" y="2336"/>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grpSp>
        <p:nvGrpSpPr>
          <p:cNvPr id="1569" name="Google Shape;1569;p116"/>
          <p:cNvGrpSpPr/>
          <p:nvPr/>
        </p:nvGrpSpPr>
        <p:grpSpPr>
          <a:xfrm>
            <a:off x="5671474" y="3198910"/>
            <a:ext cx="181781" cy="181780"/>
            <a:chOff x="2698516" y="3260966"/>
            <a:chExt cx="166375" cy="166374"/>
          </a:xfrm>
        </p:grpSpPr>
        <p:sp>
          <p:nvSpPr>
            <p:cNvPr id="1570" name="Google Shape;1570;p116"/>
            <p:cNvSpPr/>
            <p:nvPr/>
          </p:nvSpPr>
          <p:spPr>
            <a:xfrm>
              <a:off x="2698516" y="3260966"/>
              <a:ext cx="40130" cy="166373"/>
            </a:xfrm>
            <a:custGeom>
              <a:avLst/>
              <a:gdLst/>
              <a:ahLst/>
              <a:cxnLst/>
              <a:rect l="l" t="t" r="r" b="b"/>
              <a:pathLst>
                <a:path w="2736" h="11343" extrusionOk="0">
                  <a:moveTo>
                    <a:pt x="1368" y="1"/>
                  </a:moveTo>
                  <a:cubicBezTo>
                    <a:pt x="601" y="1"/>
                    <a:pt x="1" y="635"/>
                    <a:pt x="1" y="1368"/>
                  </a:cubicBezTo>
                  <a:cubicBezTo>
                    <a:pt x="1" y="2136"/>
                    <a:pt x="601" y="2736"/>
                    <a:pt x="1368" y="2736"/>
                  </a:cubicBezTo>
                  <a:cubicBezTo>
                    <a:pt x="2136" y="2736"/>
                    <a:pt x="2736" y="2136"/>
                    <a:pt x="2736" y="1368"/>
                  </a:cubicBezTo>
                  <a:cubicBezTo>
                    <a:pt x="2736" y="635"/>
                    <a:pt x="2136" y="1"/>
                    <a:pt x="1368" y="1"/>
                  </a:cubicBezTo>
                  <a:close/>
                  <a:moveTo>
                    <a:pt x="201" y="3770"/>
                  </a:moveTo>
                  <a:lnTo>
                    <a:pt x="201" y="11342"/>
                  </a:lnTo>
                  <a:lnTo>
                    <a:pt x="2536" y="11342"/>
                  </a:lnTo>
                  <a:lnTo>
                    <a:pt x="2536" y="3770"/>
                  </a:ln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1571" name="Google Shape;1571;p116"/>
            <p:cNvSpPr/>
            <p:nvPr/>
          </p:nvSpPr>
          <p:spPr>
            <a:xfrm>
              <a:off x="2757715" y="3313330"/>
              <a:ext cx="107175" cy="114010"/>
            </a:xfrm>
            <a:custGeom>
              <a:avLst/>
              <a:gdLst/>
              <a:ahLst/>
              <a:cxnLst/>
              <a:rect l="l" t="t" r="r" b="b"/>
              <a:pathLst>
                <a:path w="7307" h="7773" extrusionOk="0">
                  <a:moveTo>
                    <a:pt x="4504" y="0"/>
                  </a:moveTo>
                  <a:cubicBezTo>
                    <a:pt x="3337" y="0"/>
                    <a:pt x="2569" y="634"/>
                    <a:pt x="2269" y="1234"/>
                  </a:cubicBezTo>
                  <a:lnTo>
                    <a:pt x="2236" y="1234"/>
                  </a:lnTo>
                  <a:lnTo>
                    <a:pt x="2236" y="200"/>
                  </a:lnTo>
                  <a:lnTo>
                    <a:pt x="1" y="200"/>
                  </a:lnTo>
                  <a:lnTo>
                    <a:pt x="1" y="7772"/>
                  </a:lnTo>
                  <a:lnTo>
                    <a:pt x="2336" y="7772"/>
                  </a:lnTo>
                  <a:lnTo>
                    <a:pt x="2336" y="4036"/>
                  </a:lnTo>
                  <a:cubicBezTo>
                    <a:pt x="2336" y="3036"/>
                    <a:pt x="2536" y="2068"/>
                    <a:pt x="3737" y="2068"/>
                  </a:cubicBezTo>
                  <a:cubicBezTo>
                    <a:pt x="4938" y="2068"/>
                    <a:pt x="4971" y="3202"/>
                    <a:pt x="4971" y="4103"/>
                  </a:cubicBezTo>
                  <a:lnTo>
                    <a:pt x="4971" y="7772"/>
                  </a:lnTo>
                  <a:lnTo>
                    <a:pt x="7306" y="7772"/>
                  </a:lnTo>
                  <a:lnTo>
                    <a:pt x="7306" y="3603"/>
                  </a:lnTo>
                  <a:cubicBezTo>
                    <a:pt x="7306" y="1568"/>
                    <a:pt x="6872" y="0"/>
                    <a:pt x="45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grpSp>
      <p:sp>
        <p:nvSpPr>
          <p:cNvPr id="1572" name="Google Shape;1572;p116"/>
          <p:cNvSpPr/>
          <p:nvPr/>
        </p:nvSpPr>
        <p:spPr>
          <a:xfrm>
            <a:off x="4881590" y="3191378"/>
            <a:ext cx="200473" cy="196867"/>
          </a:xfrm>
          <a:custGeom>
            <a:avLst/>
            <a:gdLst/>
            <a:ahLst/>
            <a:cxnLst/>
            <a:rect l="l" t="t" r="r" b="b"/>
            <a:pathLst>
              <a:path w="12510" h="12285" extrusionOk="0">
                <a:moveTo>
                  <a:pt x="9540" y="2148"/>
                </a:moveTo>
                <a:cubicBezTo>
                  <a:pt x="9107" y="2148"/>
                  <a:pt x="8773" y="2448"/>
                  <a:pt x="8773" y="2882"/>
                </a:cubicBezTo>
                <a:cubicBezTo>
                  <a:pt x="8773" y="3282"/>
                  <a:pt x="9107" y="3616"/>
                  <a:pt x="9540" y="3616"/>
                </a:cubicBezTo>
                <a:cubicBezTo>
                  <a:pt x="9941" y="3616"/>
                  <a:pt x="10274" y="3282"/>
                  <a:pt x="10274" y="2882"/>
                </a:cubicBezTo>
                <a:cubicBezTo>
                  <a:pt x="10274" y="2448"/>
                  <a:pt x="9941" y="2148"/>
                  <a:pt x="9540" y="2148"/>
                </a:cubicBezTo>
                <a:close/>
                <a:moveTo>
                  <a:pt x="6271" y="4083"/>
                </a:moveTo>
                <a:cubicBezTo>
                  <a:pt x="7372" y="4116"/>
                  <a:pt x="8306" y="5017"/>
                  <a:pt x="8273" y="6151"/>
                </a:cubicBezTo>
                <a:cubicBezTo>
                  <a:pt x="8273" y="7285"/>
                  <a:pt x="7339" y="8186"/>
                  <a:pt x="6238" y="8186"/>
                </a:cubicBezTo>
                <a:cubicBezTo>
                  <a:pt x="5104" y="8152"/>
                  <a:pt x="4203" y="7252"/>
                  <a:pt x="4203" y="6118"/>
                </a:cubicBezTo>
                <a:cubicBezTo>
                  <a:pt x="4203" y="4984"/>
                  <a:pt x="5137" y="4083"/>
                  <a:pt x="6271" y="4083"/>
                </a:cubicBezTo>
                <a:close/>
                <a:moveTo>
                  <a:pt x="6238" y="2982"/>
                </a:moveTo>
                <a:cubicBezTo>
                  <a:pt x="4503" y="2982"/>
                  <a:pt x="3102" y="4416"/>
                  <a:pt x="3102" y="6151"/>
                </a:cubicBezTo>
                <a:cubicBezTo>
                  <a:pt x="3102" y="7886"/>
                  <a:pt x="4503" y="9287"/>
                  <a:pt x="6238" y="9287"/>
                </a:cubicBezTo>
                <a:cubicBezTo>
                  <a:pt x="7972" y="9287"/>
                  <a:pt x="9407" y="7886"/>
                  <a:pt x="9407" y="6151"/>
                </a:cubicBezTo>
                <a:cubicBezTo>
                  <a:pt x="9407" y="4416"/>
                  <a:pt x="8006" y="2982"/>
                  <a:pt x="6238" y="2982"/>
                </a:cubicBezTo>
                <a:close/>
                <a:moveTo>
                  <a:pt x="6330" y="1114"/>
                </a:moveTo>
                <a:cubicBezTo>
                  <a:pt x="7581" y="1114"/>
                  <a:pt x="8823" y="1147"/>
                  <a:pt x="9340" y="1214"/>
                </a:cubicBezTo>
                <a:cubicBezTo>
                  <a:pt x="10408" y="1381"/>
                  <a:pt x="11075" y="2115"/>
                  <a:pt x="11208" y="3182"/>
                </a:cubicBezTo>
                <a:cubicBezTo>
                  <a:pt x="11308" y="4183"/>
                  <a:pt x="11342" y="8152"/>
                  <a:pt x="11175" y="9220"/>
                </a:cubicBezTo>
                <a:cubicBezTo>
                  <a:pt x="11008" y="10287"/>
                  <a:pt x="10274" y="10954"/>
                  <a:pt x="9207" y="11088"/>
                </a:cubicBezTo>
                <a:cubicBezTo>
                  <a:pt x="8730" y="11136"/>
                  <a:pt x="7479" y="11176"/>
                  <a:pt x="6199" y="11176"/>
                </a:cubicBezTo>
                <a:cubicBezTo>
                  <a:pt x="4796" y="11176"/>
                  <a:pt x="3357" y="11127"/>
                  <a:pt x="2869" y="10988"/>
                </a:cubicBezTo>
                <a:cubicBezTo>
                  <a:pt x="2002" y="10754"/>
                  <a:pt x="1468" y="10154"/>
                  <a:pt x="1334" y="9253"/>
                </a:cubicBezTo>
                <a:cubicBezTo>
                  <a:pt x="1201" y="8419"/>
                  <a:pt x="1168" y="4183"/>
                  <a:pt x="1334" y="3049"/>
                </a:cubicBezTo>
                <a:cubicBezTo>
                  <a:pt x="1501" y="1981"/>
                  <a:pt x="2202" y="1314"/>
                  <a:pt x="3269" y="1214"/>
                </a:cubicBezTo>
                <a:cubicBezTo>
                  <a:pt x="3820" y="1147"/>
                  <a:pt x="5079" y="1114"/>
                  <a:pt x="6330" y="1114"/>
                </a:cubicBezTo>
                <a:close/>
                <a:moveTo>
                  <a:pt x="6118" y="0"/>
                </a:moveTo>
                <a:cubicBezTo>
                  <a:pt x="4861" y="0"/>
                  <a:pt x="3603" y="41"/>
                  <a:pt x="2969" y="147"/>
                </a:cubicBezTo>
                <a:cubicBezTo>
                  <a:pt x="1601" y="347"/>
                  <a:pt x="667" y="1147"/>
                  <a:pt x="300" y="2515"/>
                </a:cubicBezTo>
                <a:cubicBezTo>
                  <a:pt x="0" y="3583"/>
                  <a:pt x="67" y="8386"/>
                  <a:pt x="234" y="9420"/>
                </a:cubicBezTo>
                <a:cubicBezTo>
                  <a:pt x="467" y="10821"/>
                  <a:pt x="1301" y="11755"/>
                  <a:pt x="2702" y="12089"/>
                </a:cubicBezTo>
                <a:cubicBezTo>
                  <a:pt x="3204" y="12227"/>
                  <a:pt x="4733" y="12285"/>
                  <a:pt x="6235" y="12285"/>
                </a:cubicBezTo>
                <a:cubicBezTo>
                  <a:pt x="7626" y="12285"/>
                  <a:pt x="8994" y="12236"/>
                  <a:pt x="9507" y="12155"/>
                </a:cubicBezTo>
                <a:cubicBezTo>
                  <a:pt x="10941" y="11922"/>
                  <a:pt x="11842" y="11088"/>
                  <a:pt x="12209" y="9687"/>
                </a:cubicBezTo>
                <a:cubicBezTo>
                  <a:pt x="12509" y="8619"/>
                  <a:pt x="12409" y="4050"/>
                  <a:pt x="12309" y="3082"/>
                </a:cubicBezTo>
                <a:cubicBezTo>
                  <a:pt x="12209" y="2282"/>
                  <a:pt x="11909" y="1548"/>
                  <a:pt x="11308" y="981"/>
                </a:cubicBezTo>
                <a:cubicBezTo>
                  <a:pt x="10674" y="380"/>
                  <a:pt x="9907" y="113"/>
                  <a:pt x="9040" y="80"/>
                </a:cubicBezTo>
                <a:cubicBezTo>
                  <a:pt x="8363" y="33"/>
                  <a:pt x="7241" y="0"/>
                  <a:pt x="61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61"/>
                                        </p:tgtEl>
                                        <p:attrNameLst>
                                          <p:attrName>style.visibility</p:attrName>
                                        </p:attrNameLst>
                                      </p:cBhvr>
                                      <p:to>
                                        <p:strVal val="visible"/>
                                      </p:to>
                                    </p:set>
                                    <p:animEffect transition="in" filter="fade">
                                      <p:cBhvr>
                                        <p:cTn id="7" dur="1000"/>
                                        <p:tgtEl>
                                          <p:spTgt spid="15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name="Minimalist Korean Aesthetic Pitch Deck by Slidesgo">
  <a:themeElements>
    <a:clrScheme name="Simple Light">
      <a:dk1>
        <a:srgbClr val="1E1E1E"/>
      </a:dk1>
      <a:lt1>
        <a:srgbClr val="664B34"/>
      </a:lt1>
      <a:dk2>
        <a:srgbClr val="887C62"/>
      </a:dk2>
      <a:lt2>
        <a:srgbClr val="D4CBBB"/>
      </a:lt2>
      <a:accent1>
        <a:srgbClr val="E7E2D6"/>
      </a:accent1>
      <a:accent2>
        <a:srgbClr val="F3F3F3"/>
      </a:accent2>
      <a:accent3>
        <a:srgbClr val="E2B0A6"/>
      </a:accent3>
      <a:accent4>
        <a:srgbClr val="FFFFFF"/>
      </a:accent4>
      <a:accent5>
        <a:srgbClr val="FFFFFF"/>
      </a:accent5>
      <a:accent6>
        <a:srgbClr val="FFFFFF"/>
      </a:accent6>
      <a:hlink>
        <a:srgbClr val="1E1E1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4947</Words>
  <Application>WPS Presentation</Application>
  <PresentationFormat/>
  <Paragraphs>264</Paragraphs>
  <Slides>42</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42</vt:i4>
      </vt:variant>
    </vt:vector>
  </HeadingPairs>
  <TitlesOfParts>
    <vt:vector size="59" baseType="lpstr">
      <vt:lpstr>Arial</vt:lpstr>
      <vt:lpstr>SimSun</vt:lpstr>
      <vt:lpstr>Wingdings</vt:lpstr>
      <vt:lpstr>Arial</vt:lpstr>
      <vt:lpstr>Kulim Park</vt:lpstr>
      <vt:lpstr>Manrope</vt:lpstr>
      <vt:lpstr>Kulim Park SemiBold</vt:lpstr>
      <vt:lpstr>Nunito Light</vt:lpstr>
      <vt:lpstr>Segoe Print</vt:lpstr>
      <vt:lpstr>PT Sans</vt:lpstr>
      <vt:lpstr>Segoe UI Black</vt:lpstr>
      <vt:lpstr>Calibri</vt:lpstr>
      <vt:lpstr>Times New Roman</vt:lpstr>
      <vt:lpstr>Microsoft YaHei</vt:lpstr>
      <vt:lpstr>Arial Unicode MS</vt:lpstr>
      <vt:lpstr>Noto Sans Symbols</vt:lpstr>
      <vt:lpstr>Minimalist Korean Aesthetic Pitch Deck by Slidesgo</vt:lpstr>
      <vt:lpstr>KHÓA LUẬN TỐT NGHIỆP ĐỀ TÀI: XÂY DỰNG HỆ THỐNG  QUẢN LÝ TUYỂN DỤNG NHÂN SỰ</vt:lpstr>
      <vt:lpstr>Nội Dung Trình bày</vt:lpstr>
      <vt:lpstr>Lời giới thiệu</vt:lpstr>
      <vt:lpstr>01</vt:lpstr>
      <vt:lpstr>Động lực</vt:lpstr>
      <vt:lpstr>MARS</vt:lpstr>
      <vt:lpstr>Động lực thực hiện đề tài</vt:lpstr>
      <vt:lpstr>02</vt:lpstr>
      <vt:lpstr>Công nghệ sử dụng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03</vt:lpstr>
      <vt:lpstr>Sơ đồ kiến trúc</vt:lpstr>
      <vt:lpstr>Sơ đồ kiến trúc</vt:lpstr>
      <vt:lpstr>PowerPoint 演示文稿</vt:lpstr>
      <vt:lpstr>PowerPoint 演示文稿</vt:lpstr>
      <vt:lpstr>PowerPoint 演示文稿</vt:lpstr>
      <vt:lpstr>PowerPoint 演示文稿</vt:lpstr>
      <vt:lpstr>PowerPoint 演示文稿</vt:lpstr>
      <vt:lpstr>04</vt:lpstr>
      <vt:lpstr>Biểu đồ tuần tự</vt:lpstr>
      <vt:lpstr>Thiết kế cơ sở dữ liệu</vt:lpstr>
      <vt:lpstr>Quan hệ giữa các bảng</vt:lpstr>
      <vt:lpstr>Quan hệ giữa các bảng</vt:lpstr>
      <vt:lpstr>Quan hệ giữa các bảng</vt:lpstr>
      <vt:lpstr>Quan hệ giữa các bảng</vt:lpstr>
      <vt:lpstr>Quan hệ giữa các bảng</vt:lpstr>
      <vt:lpstr>Quan hệ giữa các bảng</vt:lpstr>
      <vt:lpstr>Biểu đồ tuần tự quản lý ứng viên</vt:lpstr>
      <vt:lpstr>Biểu đồ tuần tự quản lý việc làm</vt:lpstr>
      <vt:lpstr>Biểu đồ tuần tự quản lý phỏng vấn</vt:lpstr>
      <vt:lpstr>Biểu đồ tuần tự quản lý hợp đồng</vt:lpstr>
      <vt:lpstr>05</vt:lpstr>
      <vt:lpstr>06</vt:lpstr>
      <vt:lpstr>PowerPoint 演示文稿</vt:lpstr>
      <vt:lpstr>PowerPoint 演示文稿</vt:lpstr>
      <vt:lpstr>CÁM ƠN  CÁC THẦY CÔ ĐÃ LẮNG NGHE!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KHÓA LUẬN TỐT NGHIỆP ĐỀ TÀI: XÂY DỰNG HỆ THỐNG  QUẢN LÝ TUYỂN DỤNG NHÂN SỰ</dc:title>
  <dc:creator/>
  <cp:lastModifiedBy>Long Kiều</cp:lastModifiedBy>
  <cp:revision>14</cp:revision>
  <dcterms:created xsi:type="dcterms:W3CDTF">2024-04-16T20:04:00Z</dcterms:created>
  <dcterms:modified xsi:type="dcterms:W3CDTF">2024-04-19T02:17:06Z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01ABD60B7ED54014BD5AD05FF02FB51D_13</vt:lpwstr>
  </property>
  <property fmtid="{D5CDD505-2E9C-101B-9397-08002B2CF9AE}" pid="3" name="KSOProductBuildVer">
    <vt:lpwstr>1033-12.2.0.16731</vt:lpwstr>
  </property>
</Properties>
</file>